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443" r:id="rId3"/>
    <p:sldId id="444" r:id="rId4"/>
    <p:sldId id="445" r:id="rId5"/>
    <p:sldId id="446" r:id="rId6"/>
    <p:sldId id="447" r:id="rId7"/>
    <p:sldId id="448" r:id="rId8"/>
    <p:sldId id="449" r:id="rId9"/>
    <p:sldId id="442" r:id="rId10"/>
    <p:sldId id="450" r:id="rId11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0E1E894-E557-48DE-8AE4-B8EF9604EF5A}">
          <p14:sldIdLst>
            <p14:sldId id="256"/>
            <p14:sldId id="443"/>
          </p14:sldIdLst>
        </p14:section>
        <p14:section name="Data science recap" id="{1EA166D1-58DE-40C5-AC35-D6F5421CCD92}">
          <p14:sldIdLst>
            <p14:sldId id="444"/>
            <p14:sldId id="445"/>
            <p14:sldId id="446"/>
            <p14:sldId id="447"/>
            <p14:sldId id="448"/>
            <p14:sldId id="449"/>
            <p14:sldId id="442"/>
            <p14:sldId id="45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AFAAE6-34CE-7141-4D76-217EEC6D3A76}" name="Jochen Mariën" initials="JM" userId="S::u0068647@thomasmore.be::a4f8d9ed-3895-4365-b2d5-9432cb8a20d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477" autoAdjust="0"/>
  </p:normalViewPr>
  <p:slideViewPr>
    <p:cSldViewPr snapToGrid="0">
      <p:cViewPr varScale="1">
        <p:scale>
          <a:sx n="90" d="100"/>
          <a:sy n="90" d="100"/>
        </p:scale>
        <p:origin x="13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chen Mariën" userId="a4f8d9ed-3895-4365-b2d5-9432cb8a20d4" providerId="ADAL" clId="{891322C1-2015-437C-B59F-87C4474540E8}"/>
    <pc:docChg chg="custSel modSld">
      <pc:chgData name="Jochen Mariën" userId="a4f8d9ed-3895-4365-b2d5-9432cb8a20d4" providerId="ADAL" clId="{891322C1-2015-437C-B59F-87C4474540E8}" dt="2024-09-04T13:32:57.612" v="14"/>
      <pc:docMkLst>
        <pc:docMk/>
      </pc:docMkLst>
      <pc:sldChg chg="modSp mod">
        <pc:chgData name="Jochen Mariën" userId="a4f8d9ed-3895-4365-b2d5-9432cb8a20d4" providerId="ADAL" clId="{891322C1-2015-437C-B59F-87C4474540E8}" dt="2024-09-04T13:31:08.448" v="10" actId="20577"/>
        <pc:sldMkLst>
          <pc:docMk/>
          <pc:sldMk cId="1893596155" sldId="441"/>
        </pc:sldMkLst>
      </pc:sldChg>
      <pc:sldChg chg="modSp mod modNotesTx">
        <pc:chgData name="Jochen Mariën" userId="a4f8d9ed-3895-4365-b2d5-9432cb8a20d4" providerId="ADAL" clId="{891322C1-2015-437C-B59F-87C4474540E8}" dt="2024-09-04T13:32:57.612" v="14"/>
        <pc:sldMkLst>
          <pc:docMk/>
          <pc:sldMk cId="3260732259" sldId="450"/>
        </pc:sldMkLst>
      </pc:sldChg>
    </pc:docChg>
  </pc:docChgLst>
  <pc:docChgLst>
    <pc:chgData name="Jochen Mariën" userId="a4f8d9ed-3895-4365-b2d5-9432cb8a20d4" providerId="ADAL" clId="{EDBF29BE-3266-46FC-BDBA-D660EC8A1ED5}"/>
    <pc:docChg chg="undo custSel addSld delSld modSld modSection">
      <pc:chgData name="Jochen Mariën" userId="a4f8d9ed-3895-4365-b2d5-9432cb8a20d4" providerId="ADAL" clId="{EDBF29BE-3266-46FC-BDBA-D660EC8A1ED5}" dt="2023-09-13T12:58:10.032" v="9"/>
      <pc:docMkLst>
        <pc:docMk/>
      </pc:docMkLst>
      <pc:sldChg chg="delCm modCm">
        <pc:chgData name="Jochen Mariën" userId="a4f8d9ed-3895-4365-b2d5-9432cb8a20d4" providerId="ADAL" clId="{EDBF29BE-3266-46FC-BDBA-D660EC8A1ED5}" dt="2023-09-13T12:58:10.032" v="9"/>
        <pc:sldMkLst>
          <pc:docMk/>
          <pc:sldMk cId="2151111451" sldId="44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 mod modRxn">
              <pc226:chgData name="Jochen Mariën" userId="a4f8d9ed-3895-4365-b2d5-9432cb8a20d4" providerId="ADAL" clId="{EDBF29BE-3266-46FC-BDBA-D660EC8A1ED5}" dt="2023-09-13T12:58:10.032" v="9"/>
              <pc2:cmMkLst xmlns:pc2="http://schemas.microsoft.com/office/powerpoint/2019/9/main/command">
                <pc:docMk/>
                <pc:sldMk cId="2151111451" sldId="442"/>
                <pc2:cmMk id="{BF23F682-F56C-4918-B6C6-D1DFD047EDCF}"/>
              </pc2:cmMkLst>
            </pc226:cmChg>
          </p:ext>
        </pc:extLst>
      </pc:sldChg>
      <pc:sldChg chg="modSp new del mod">
        <pc:chgData name="Jochen Mariën" userId="a4f8d9ed-3895-4365-b2d5-9432cb8a20d4" providerId="ADAL" clId="{EDBF29BE-3266-46FC-BDBA-D660EC8A1ED5}" dt="2023-09-13T12:54:15.251" v="7" actId="680"/>
        <pc:sldMkLst>
          <pc:docMk/>
          <pc:sldMk cId="917374192" sldId="451"/>
        </pc:sldMkLst>
      </pc:sldChg>
    </pc:docChg>
  </pc:docChgLst>
  <pc:docChgLst>
    <pc:chgData name="Jochen Mariën" userId="a4f8d9ed-3895-4365-b2d5-9432cb8a20d4" providerId="ADAL" clId="{5265EDBC-926C-4523-AEC3-CDF0F61930D3}"/>
    <pc:docChg chg="addSld modSld modSection">
      <pc:chgData name="Jochen Mariën" userId="a4f8d9ed-3895-4365-b2d5-9432cb8a20d4" providerId="ADAL" clId="{5265EDBC-926C-4523-AEC3-CDF0F61930D3}" dt="2023-06-15T13:27:08.773" v="179" actId="20577"/>
      <pc:docMkLst>
        <pc:docMk/>
      </pc:docMkLst>
      <pc:sldChg chg="modSp mod">
        <pc:chgData name="Jochen Mariën" userId="a4f8d9ed-3895-4365-b2d5-9432cb8a20d4" providerId="ADAL" clId="{5265EDBC-926C-4523-AEC3-CDF0F61930D3}" dt="2023-06-15T13:25:18.034" v="3" actId="20577"/>
        <pc:sldMkLst>
          <pc:docMk/>
          <pc:sldMk cId="1282777502" sldId="446"/>
        </pc:sldMkLst>
      </pc:sldChg>
      <pc:sldChg chg="modSp new mod modNotesTx">
        <pc:chgData name="Jochen Mariën" userId="a4f8d9ed-3895-4365-b2d5-9432cb8a20d4" providerId="ADAL" clId="{5265EDBC-926C-4523-AEC3-CDF0F61930D3}" dt="2023-06-15T13:27:08.773" v="179" actId="20577"/>
        <pc:sldMkLst>
          <pc:docMk/>
          <pc:sldMk cId="3260732259" sldId="450"/>
        </pc:sldMkLst>
      </pc:sldChg>
    </pc:docChg>
  </pc:docChgLst>
  <pc:docChgLst>
    <pc:chgData name="Jochen Mariën" userId="a4f8d9ed-3895-4365-b2d5-9432cb8a20d4" providerId="ADAL" clId="{D6CD2453-83F6-40DA-B1DB-588BE3B836B1}"/>
    <pc:docChg chg="addSld modSld modSection">
      <pc:chgData name="Jochen Mariën" userId="a4f8d9ed-3895-4365-b2d5-9432cb8a20d4" providerId="ADAL" clId="{D6CD2453-83F6-40DA-B1DB-588BE3B836B1}" dt="2024-09-20T12:45:19.943" v="153" actId="15"/>
      <pc:docMkLst>
        <pc:docMk/>
      </pc:docMkLst>
      <pc:sldChg chg="modSp new mod">
        <pc:chgData name="Jochen Mariën" userId="a4f8d9ed-3895-4365-b2d5-9432cb8a20d4" providerId="ADAL" clId="{D6CD2453-83F6-40DA-B1DB-588BE3B836B1}" dt="2024-09-20T12:45:19.943" v="153" actId="15"/>
        <pc:sldMkLst>
          <pc:docMk/>
          <pc:sldMk cId="1062056361" sldId="451"/>
        </pc:sldMkLst>
      </pc:sldChg>
    </pc:docChg>
  </pc:docChgLst>
  <pc:docChgLst>
    <pc:chgData name="Jochen Mariën" userId="a4f8d9ed-3895-4365-b2d5-9432cb8a20d4" providerId="ADAL" clId="{E85FCAB9-28AF-44CA-9256-1075F2E096CD}"/>
    <pc:docChg chg="custSel addSld modSld addSection modSection">
      <pc:chgData name="Jochen Mariën" userId="a4f8d9ed-3895-4365-b2d5-9432cb8a20d4" providerId="ADAL" clId="{E85FCAB9-28AF-44CA-9256-1075F2E096CD}" dt="2023-04-11T13:42:53.970" v="1364"/>
      <pc:docMkLst>
        <pc:docMk/>
      </pc:docMkLst>
      <pc:sldChg chg="modSp new mod">
        <pc:chgData name="Jochen Mariën" userId="a4f8d9ed-3895-4365-b2d5-9432cb8a20d4" providerId="ADAL" clId="{E85FCAB9-28AF-44CA-9256-1075F2E096CD}" dt="2023-03-31T12:24:44.032" v="32" actId="20577"/>
        <pc:sldMkLst>
          <pc:docMk/>
          <pc:sldMk cId="2220889550" sldId="256"/>
        </pc:sldMkLst>
      </pc:sldChg>
      <pc:sldChg chg="addSp delSp modSp new mod modClrScheme chgLayout">
        <pc:chgData name="Jochen Mariën" userId="a4f8d9ed-3895-4365-b2d5-9432cb8a20d4" providerId="ADAL" clId="{E85FCAB9-28AF-44CA-9256-1075F2E096CD}" dt="2023-03-31T12:26:45.942" v="297" actId="20577"/>
        <pc:sldMkLst>
          <pc:docMk/>
          <pc:sldMk cId="3207179119" sldId="257"/>
        </pc:sldMkLst>
      </pc:sldChg>
      <pc:sldChg chg="add">
        <pc:chgData name="Jochen Mariën" userId="a4f8d9ed-3895-4365-b2d5-9432cb8a20d4" providerId="ADAL" clId="{E85FCAB9-28AF-44CA-9256-1075F2E096CD}" dt="2023-03-31T12:27:13.851" v="298"/>
        <pc:sldMkLst>
          <pc:docMk/>
          <pc:sldMk cId="3904910193" sldId="271"/>
        </pc:sldMkLst>
      </pc:sldChg>
      <pc:sldChg chg="add">
        <pc:chgData name="Jochen Mariën" userId="a4f8d9ed-3895-4365-b2d5-9432cb8a20d4" providerId="ADAL" clId="{E85FCAB9-28AF-44CA-9256-1075F2E096CD}" dt="2023-03-31T12:27:13.851" v="298"/>
        <pc:sldMkLst>
          <pc:docMk/>
          <pc:sldMk cId="367929478" sldId="272"/>
        </pc:sldMkLst>
      </pc:sldChg>
      <pc:sldChg chg="add">
        <pc:chgData name="Jochen Mariën" userId="a4f8d9ed-3895-4365-b2d5-9432cb8a20d4" providerId="ADAL" clId="{E85FCAB9-28AF-44CA-9256-1075F2E096CD}" dt="2023-03-31T12:27:13.851" v="298"/>
        <pc:sldMkLst>
          <pc:docMk/>
          <pc:sldMk cId="2227782254" sldId="338"/>
        </pc:sldMkLst>
      </pc:sldChg>
      <pc:sldChg chg="add">
        <pc:chgData name="Jochen Mariën" userId="a4f8d9ed-3895-4365-b2d5-9432cb8a20d4" providerId="ADAL" clId="{E85FCAB9-28AF-44CA-9256-1075F2E096CD}" dt="2023-03-31T12:27:13.851" v="298"/>
        <pc:sldMkLst>
          <pc:docMk/>
          <pc:sldMk cId="2365834399" sldId="339"/>
        </pc:sldMkLst>
      </pc:sldChg>
      <pc:sldChg chg="add">
        <pc:chgData name="Jochen Mariën" userId="a4f8d9ed-3895-4365-b2d5-9432cb8a20d4" providerId="ADAL" clId="{E85FCAB9-28AF-44CA-9256-1075F2E096CD}" dt="2023-03-31T12:27:13.851" v="298"/>
        <pc:sldMkLst>
          <pc:docMk/>
          <pc:sldMk cId="852131718" sldId="340"/>
        </pc:sldMkLst>
      </pc:sldChg>
      <pc:sldChg chg="add modNotesTx">
        <pc:chgData name="Jochen Mariën" userId="a4f8d9ed-3895-4365-b2d5-9432cb8a20d4" providerId="ADAL" clId="{E85FCAB9-28AF-44CA-9256-1075F2E096CD}" dt="2023-03-31T12:28:56.216" v="394" actId="20577"/>
        <pc:sldMkLst>
          <pc:docMk/>
          <pc:sldMk cId="3901044813" sldId="342"/>
        </pc:sldMkLst>
      </pc:sldChg>
      <pc:sldChg chg="add">
        <pc:chgData name="Jochen Mariën" userId="a4f8d9ed-3895-4365-b2d5-9432cb8a20d4" providerId="ADAL" clId="{E85FCAB9-28AF-44CA-9256-1075F2E096CD}" dt="2023-03-31T12:28:34.143" v="303"/>
        <pc:sldMkLst>
          <pc:docMk/>
          <pc:sldMk cId="3686770930" sldId="345"/>
        </pc:sldMkLst>
      </pc:sldChg>
      <pc:sldChg chg="add">
        <pc:chgData name="Jochen Mariën" userId="a4f8d9ed-3895-4365-b2d5-9432cb8a20d4" providerId="ADAL" clId="{E85FCAB9-28AF-44CA-9256-1075F2E096CD}" dt="2023-03-31T12:28:34.143" v="303"/>
        <pc:sldMkLst>
          <pc:docMk/>
          <pc:sldMk cId="2971780815" sldId="346"/>
        </pc:sldMkLst>
      </pc:sldChg>
      <pc:sldChg chg="add">
        <pc:chgData name="Jochen Mariën" userId="a4f8d9ed-3895-4365-b2d5-9432cb8a20d4" providerId="ADAL" clId="{E85FCAB9-28AF-44CA-9256-1075F2E096CD}" dt="2023-03-31T12:28:34.143" v="303"/>
        <pc:sldMkLst>
          <pc:docMk/>
          <pc:sldMk cId="1670363739" sldId="347"/>
        </pc:sldMkLst>
      </pc:sldChg>
      <pc:sldChg chg="add">
        <pc:chgData name="Jochen Mariën" userId="a4f8d9ed-3895-4365-b2d5-9432cb8a20d4" providerId="ADAL" clId="{E85FCAB9-28AF-44CA-9256-1075F2E096CD}" dt="2023-03-31T12:28:34.143" v="303"/>
        <pc:sldMkLst>
          <pc:docMk/>
          <pc:sldMk cId="4187763590" sldId="348"/>
        </pc:sldMkLst>
      </pc:sldChg>
      <pc:sldChg chg="add">
        <pc:chgData name="Jochen Mariën" userId="a4f8d9ed-3895-4365-b2d5-9432cb8a20d4" providerId="ADAL" clId="{E85FCAB9-28AF-44CA-9256-1075F2E096CD}" dt="2023-03-31T12:28:34.143" v="303"/>
        <pc:sldMkLst>
          <pc:docMk/>
          <pc:sldMk cId="2000854339" sldId="349"/>
        </pc:sldMkLst>
      </pc:sldChg>
      <pc:sldChg chg="add">
        <pc:chgData name="Jochen Mariën" userId="a4f8d9ed-3895-4365-b2d5-9432cb8a20d4" providerId="ADAL" clId="{E85FCAB9-28AF-44CA-9256-1075F2E096CD}" dt="2023-03-31T12:28:34.143" v="303"/>
        <pc:sldMkLst>
          <pc:docMk/>
          <pc:sldMk cId="3843655313" sldId="354"/>
        </pc:sldMkLst>
      </pc:sldChg>
      <pc:sldChg chg="add">
        <pc:chgData name="Jochen Mariën" userId="a4f8d9ed-3895-4365-b2d5-9432cb8a20d4" providerId="ADAL" clId="{E85FCAB9-28AF-44CA-9256-1075F2E096CD}" dt="2023-03-31T12:28:34.143" v="303"/>
        <pc:sldMkLst>
          <pc:docMk/>
          <pc:sldMk cId="3453039529" sldId="355"/>
        </pc:sldMkLst>
      </pc:sldChg>
      <pc:sldChg chg="add">
        <pc:chgData name="Jochen Mariën" userId="a4f8d9ed-3895-4365-b2d5-9432cb8a20d4" providerId="ADAL" clId="{E85FCAB9-28AF-44CA-9256-1075F2E096CD}" dt="2023-03-31T12:28:34.143" v="303"/>
        <pc:sldMkLst>
          <pc:docMk/>
          <pc:sldMk cId="653891021" sldId="379"/>
        </pc:sldMkLst>
      </pc:sldChg>
      <pc:sldChg chg="add">
        <pc:chgData name="Jochen Mariën" userId="a4f8d9ed-3895-4365-b2d5-9432cb8a20d4" providerId="ADAL" clId="{E85FCAB9-28AF-44CA-9256-1075F2E096CD}" dt="2023-03-31T12:28:34.143" v="303"/>
        <pc:sldMkLst>
          <pc:docMk/>
          <pc:sldMk cId="3690148493" sldId="380"/>
        </pc:sldMkLst>
      </pc:sldChg>
      <pc:sldChg chg="modSp add mod">
        <pc:chgData name="Jochen Mariën" userId="a4f8d9ed-3895-4365-b2d5-9432cb8a20d4" providerId="ADAL" clId="{E85FCAB9-28AF-44CA-9256-1075F2E096CD}" dt="2023-03-31T12:27:25.447" v="302" actId="27636"/>
        <pc:sldMkLst>
          <pc:docMk/>
          <pc:sldMk cId="3711823348" sldId="437"/>
        </pc:sldMkLst>
      </pc:sldChg>
      <pc:sldChg chg="add">
        <pc:chgData name="Jochen Mariën" userId="a4f8d9ed-3895-4365-b2d5-9432cb8a20d4" providerId="ADAL" clId="{E85FCAB9-28AF-44CA-9256-1075F2E096CD}" dt="2023-03-31T12:28:34.143" v="303"/>
        <pc:sldMkLst>
          <pc:docMk/>
          <pc:sldMk cId="732553754" sldId="438"/>
        </pc:sldMkLst>
      </pc:sldChg>
      <pc:sldChg chg="add">
        <pc:chgData name="Jochen Mariën" userId="a4f8d9ed-3895-4365-b2d5-9432cb8a20d4" providerId="ADAL" clId="{E85FCAB9-28AF-44CA-9256-1075F2E096CD}" dt="2023-03-31T12:28:34.143" v="303"/>
        <pc:sldMkLst>
          <pc:docMk/>
          <pc:sldMk cId="996963296" sldId="439"/>
        </pc:sldMkLst>
      </pc:sldChg>
      <pc:sldChg chg="addSp delSp modSp new mod modClrScheme chgLayout">
        <pc:chgData name="Jochen Mariën" userId="a4f8d9ed-3895-4365-b2d5-9432cb8a20d4" providerId="ADAL" clId="{E85FCAB9-28AF-44CA-9256-1075F2E096CD}" dt="2023-03-31T12:30:23.623" v="420" actId="478"/>
        <pc:sldMkLst>
          <pc:docMk/>
          <pc:sldMk cId="1509118703" sldId="440"/>
        </pc:sldMkLst>
      </pc:sldChg>
      <pc:sldChg chg="modSp new mod addCm">
        <pc:chgData name="Jochen Mariën" userId="a4f8d9ed-3895-4365-b2d5-9432cb8a20d4" providerId="ADAL" clId="{E85FCAB9-28AF-44CA-9256-1075F2E096CD}" dt="2023-03-31T12:40:59.159" v="963"/>
        <pc:sldMkLst>
          <pc:docMk/>
          <pc:sldMk cId="1893596155" sldId="44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Jochen Mariën" userId="a4f8d9ed-3895-4365-b2d5-9432cb8a20d4" providerId="ADAL" clId="{E85FCAB9-28AF-44CA-9256-1075F2E096CD}" dt="2023-03-31T12:40:59.159" v="963"/>
              <pc2:cmMkLst xmlns:pc2="http://schemas.microsoft.com/office/powerpoint/2019/9/main/command">
                <pc:docMk/>
                <pc:sldMk cId="1893596155" sldId="441"/>
                <pc2:cmMk id="{A985265B-2623-4541-964C-B7DAC26AE540}"/>
              </pc2:cmMkLst>
            </pc226:cmChg>
          </p:ext>
        </pc:extLst>
      </pc:sldChg>
      <pc:sldChg chg="modSp new mod addCm">
        <pc:chgData name="Jochen Mariën" userId="a4f8d9ed-3895-4365-b2d5-9432cb8a20d4" providerId="ADAL" clId="{E85FCAB9-28AF-44CA-9256-1075F2E096CD}" dt="2023-04-11T12:46:30.324" v="1012"/>
        <pc:sldMkLst>
          <pc:docMk/>
          <pc:sldMk cId="2151111451" sldId="44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Jochen Mariën" userId="a4f8d9ed-3895-4365-b2d5-9432cb8a20d4" providerId="ADAL" clId="{E85FCAB9-28AF-44CA-9256-1075F2E096CD}" dt="2023-04-11T12:46:30.324" v="1012"/>
              <pc2:cmMkLst xmlns:pc2="http://schemas.microsoft.com/office/powerpoint/2019/9/main/command">
                <pc:docMk/>
                <pc:sldMk cId="2151111451" sldId="442"/>
                <pc2:cmMk id="{BF23F682-F56C-4918-B6C6-D1DFD047EDCF}"/>
              </pc2:cmMkLst>
            </pc226:cmChg>
          </p:ext>
        </pc:extLst>
      </pc:sldChg>
      <pc:sldChg chg="modSp new mod">
        <pc:chgData name="Jochen Mariën" userId="a4f8d9ed-3895-4365-b2d5-9432cb8a20d4" providerId="ADAL" clId="{E85FCAB9-28AF-44CA-9256-1075F2E096CD}" dt="2023-04-11T13:31:29.955" v="1289" actId="20577"/>
        <pc:sldMkLst>
          <pc:docMk/>
          <pc:sldMk cId="2403712685" sldId="443"/>
        </pc:sldMkLst>
      </pc:sldChg>
      <pc:sldChg chg="addSp delSp modSp new mod">
        <pc:chgData name="Jochen Mariën" userId="a4f8d9ed-3895-4365-b2d5-9432cb8a20d4" providerId="ADAL" clId="{E85FCAB9-28AF-44CA-9256-1075F2E096CD}" dt="2023-04-11T13:37:10.061" v="1307" actId="20577"/>
        <pc:sldMkLst>
          <pc:docMk/>
          <pc:sldMk cId="39801012" sldId="444"/>
        </pc:sldMkLst>
      </pc:sldChg>
      <pc:sldChg chg="addSp delSp modSp new mod">
        <pc:chgData name="Jochen Mariën" userId="a4f8d9ed-3895-4365-b2d5-9432cb8a20d4" providerId="ADAL" clId="{E85FCAB9-28AF-44CA-9256-1075F2E096CD}" dt="2023-04-11T13:37:06.984" v="1305" actId="20577"/>
        <pc:sldMkLst>
          <pc:docMk/>
          <pc:sldMk cId="3792243551" sldId="445"/>
        </pc:sldMkLst>
      </pc:sldChg>
      <pc:sldChg chg="addSp delSp modSp new mod">
        <pc:chgData name="Jochen Mariën" userId="a4f8d9ed-3895-4365-b2d5-9432cb8a20d4" providerId="ADAL" clId="{E85FCAB9-28AF-44CA-9256-1075F2E096CD}" dt="2023-04-11T13:37:33.650" v="1311" actId="1076"/>
        <pc:sldMkLst>
          <pc:docMk/>
          <pc:sldMk cId="1282777502" sldId="446"/>
        </pc:sldMkLst>
      </pc:sldChg>
      <pc:sldChg chg="addSp delSp modSp new mod">
        <pc:chgData name="Jochen Mariën" userId="a4f8d9ed-3895-4365-b2d5-9432cb8a20d4" providerId="ADAL" clId="{E85FCAB9-28AF-44CA-9256-1075F2E096CD}" dt="2023-04-11T13:38:24.270" v="1320" actId="14100"/>
        <pc:sldMkLst>
          <pc:docMk/>
          <pc:sldMk cId="3089335689" sldId="447"/>
        </pc:sldMkLst>
      </pc:sldChg>
      <pc:sldChg chg="addSp delSp modSp new mod">
        <pc:chgData name="Jochen Mariën" userId="a4f8d9ed-3895-4365-b2d5-9432cb8a20d4" providerId="ADAL" clId="{E85FCAB9-28AF-44CA-9256-1075F2E096CD}" dt="2023-04-11T13:42:28.785" v="1360" actId="1076"/>
        <pc:sldMkLst>
          <pc:docMk/>
          <pc:sldMk cId="1980361211" sldId="448"/>
        </pc:sldMkLst>
      </pc:sldChg>
      <pc:sldChg chg="addSp delSp modSp new mod">
        <pc:chgData name="Jochen Mariën" userId="a4f8d9ed-3895-4365-b2d5-9432cb8a20d4" providerId="ADAL" clId="{E85FCAB9-28AF-44CA-9256-1075F2E096CD}" dt="2023-04-11T13:42:53.970" v="1364"/>
        <pc:sldMkLst>
          <pc:docMk/>
          <pc:sldMk cId="2006694606" sldId="449"/>
        </pc:sldMkLst>
      </pc:sldChg>
    </pc:docChg>
  </pc:docChgLst>
  <pc:docChgLst>
    <pc:chgData name="Jochen Mariën" userId="a4f8d9ed-3895-4365-b2d5-9432cb8a20d4" providerId="ADAL" clId="{356E6382-9B20-433D-9953-01900B9EF39A}"/>
    <pc:docChg chg="custSel delSld modSld modSection">
      <pc:chgData name="Jochen Mariën" userId="a4f8d9ed-3895-4365-b2d5-9432cb8a20d4" providerId="ADAL" clId="{356E6382-9B20-433D-9953-01900B9EF39A}" dt="2025-09-23T13:39:33.289" v="384" actId="6549"/>
      <pc:docMkLst>
        <pc:docMk/>
      </pc:docMkLst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3207179119" sldId="257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3904910193" sldId="271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367929478" sldId="272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2227782254" sldId="338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2365834399" sldId="339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852131718" sldId="340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3901044813" sldId="342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3686770930" sldId="345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2971780815" sldId="346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1670363739" sldId="347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4187763590" sldId="348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2000854339" sldId="349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3843655313" sldId="354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3453039529" sldId="355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653891021" sldId="379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3690148493" sldId="380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3711823348" sldId="437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732553754" sldId="438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996963296" sldId="439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1509118703" sldId="440"/>
        </pc:sldMkLst>
      </pc:sldChg>
      <pc:sldChg chg="del">
        <pc:chgData name="Jochen Mariën" userId="a4f8d9ed-3895-4365-b2d5-9432cb8a20d4" providerId="ADAL" clId="{356E6382-9B20-433D-9953-01900B9EF39A}" dt="2025-09-19T13:00:40.791" v="1" actId="47"/>
        <pc:sldMkLst>
          <pc:docMk/>
          <pc:sldMk cId="1893596155" sldId="441"/>
        </pc:sldMkLst>
      </pc:sldChg>
      <pc:sldChg chg="modNotesTx">
        <pc:chgData name="Jochen Mariën" userId="a4f8d9ed-3895-4365-b2d5-9432cb8a20d4" providerId="ADAL" clId="{356E6382-9B20-433D-9953-01900B9EF39A}" dt="2025-09-23T13:26:06.594" v="147" actId="20577"/>
        <pc:sldMkLst>
          <pc:docMk/>
          <pc:sldMk cId="3089335689" sldId="447"/>
        </pc:sldMkLst>
      </pc:sldChg>
      <pc:sldChg chg="modSp mod">
        <pc:chgData name="Jochen Mariën" userId="a4f8d9ed-3895-4365-b2d5-9432cb8a20d4" providerId="ADAL" clId="{356E6382-9B20-433D-9953-01900B9EF39A}" dt="2025-09-23T13:39:33.289" v="384" actId="6549"/>
        <pc:sldMkLst>
          <pc:docMk/>
          <pc:sldMk cId="3260732259" sldId="450"/>
        </pc:sldMkLst>
        <pc:spChg chg="mod">
          <ac:chgData name="Jochen Mariën" userId="a4f8d9ed-3895-4365-b2d5-9432cb8a20d4" providerId="ADAL" clId="{356E6382-9B20-433D-9953-01900B9EF39A}" dt="2025-09-23T13:39:33.289" v="384" actId="6549"/>
          <ac:spMkLst>
            <pc:docMk/>
            <pc:sldMk cId="3260732259" sldId="450"/>
            <ac:spMk id="3" creationId="{45AEBC15-D15B-DFA8-3FCE-F6589193E7AB}"/>
          </ac:spMkLst>
        </pc:spChg>
      </pc:sldChg>
      <pc:sldChg chg="del">
        <pc:chgData name="Jochen Mariën" userId="a4f8d9ed-3895-4365-b2d5-9432cb8a20d4" providerId="ADAL" clId="{356E6382-9B20-433D-9953-01900B9EF39A}" dt="2025-09-19T13:00:21.866" v="0" actId="47"/>
        <pc:sldMkLst>
          <pc:docMk/>
          <pc:sldMk cId="1062056361" sldId="451"/>
        </pc:sldMkLst>
      </pc:sldChg>
      <pc:sldMasterChg chg="delSldLayout">
        <pc:chgData name="Jochen Mariën" userId="a4f8d9ed-3895-4365-b2d5-9432cb8a20d4" providerId="ADAL" clId="{356E6382-9B20-433D-9953-01900B9EF39A}" dt="2025-09-19T13:00:40.791" v="1" actId="47"/>
        <pc:sldMasterMkLst>
          <pc:docMk/>
          <pc:sldMasterMk cId="2995309024" sldId="2147483648"/>
        </pc:sldMasterMkLst>
        <pc:sldLayoutChg chg="del">
          <pc:chgData name="Jochen Mariën" userId="a4f8d9ed-3895-4365-b2d5-9432cb8a20d4" providerId="ADAL" clId="{356E6382-9B20-433D-9953-01900B9EF39A}" dt="2025-09-19T13:00:40.791" v="1" actId="47"/>
          <pc:sldLayoutMkLst>
            <pc:docMk/>
            <pc:sldMasterMk cId="2995309024" sldId="2147483648"/>
            <pc:sldLayoutMk cId="881881534" sldId="2147483660"/>
          </pc:sldLayoutMkLst>
        </pc:sldLayoutChg>
        <pc:sldLayoutChg chg="del">
          <pc:chgData name="Jochen Mariën" userId="a4f8d9ed-3895-4365-b2d5-9432cb8a20d4" providerId="ADAL" clId="{356E6382-9B20-433D-9953-01900B9EF39A}" dt="2025-09-19T13:00:40.791" v="1" actId="47"/>
          <pc:sldLayoutMkLst>
            <pc:docMk/>
            <pc:sldMasterMk cId="2995309024" sldId="2147483648"/>
            <pc:sldLayoutMk cId="635397967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A92170-ABC4-457C-8D64-8E988934F9EF}" type="datetimeFigureOut">
              <a:rPr lang="en-BE" smtClean="0"/>
              <a:t>23/09/2025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55FA9-2A4D-4B2D-A1D1-07CF0101492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7066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 you think when looking at the right graph? Outliers. The graph wouldn’t be so big if there weren’t 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55FA9-2A4D-4B2D-A1D1-07CF01014925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48535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python -m </a:t>
            </a:r>
            <a:r>
              <a:rPr lang="nl-BE" dirty="0" err="1"/>
              <a:t>venv</a:t>
            </a:r>
            <a:r>
              <a:rPr lang="nl-BE" dirty="0"/>
              <a:t> </a:t>
            </a:r>
            <a:r>
              <a:rPr lang="nl-BE" dirty="0" err="1"/>
              <a:t>venv</a:t>
            </a:r>
            <a:endParaRPr lang="nl-BE" dirty="0"/>
          </a:p>
          <a:p>
            <a:r>
              <a:rPr lang="nl-BE"/>
              <a:t>https://python.land/virtual-environments/virtualenv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55FA9-2A4D-4B2D-A1D1-07CF01014925}" type="slidenum">
              <a:rPr lang="en-BE" smtClean="0"/>
              <a:t>10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26112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D2FB0-03AF-865E-1A0F-6D33B971C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DE3CB8-9460-0F20-7B58-9921F6A0F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18CEA-8663-FAFD-E414-5BCD6C3AE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C9F4-FF7A-46EA-85FB-D70FC1E09F18}" type="datetimeFigureOut">
              <a:rPr lang="en-BE" smtClean="0"/>
              <a:t>23/09/2025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AC9AC-1217-41A3-094E-5155EABB3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954AE-5113-89FA-C9AB-1B77F2FFB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F710-34D0-4E3D-8653-6AA56662B5B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38495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2C156-A8E2-6997-2D35-2B2B2964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208C2-C941-D25A-3B4C-79EB99605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1DF82-5DB0-254E-6A75-5E58CB8A8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C9F4-FF7A-46EA-85FB-D70FC1E09F18}" type="datetimeFigureOut">
              <a:rPr lang="en-BE" smtClean="0"/>
              <a:t>23/09/2025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96A7F-D0E7-DF3A-0B70-23BEB32CC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165A1-76EB-24FD-9564-2EE0BBD30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F710-34D0-4E3D-8653-6AA56662B5B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3362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D046-80BF-ABE7-C10F-20B93F2B5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6B1A0-857F-E6DE-FA34-2B7D9F45E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3E7BC-28D7-D9BE-2A49-2D7CDD9BD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C9F4-FF7A-46EA-85FB-D70FC1E09F18}" type="datetimeFigureOut">
              <a:rPr lang="en-BE" smtClean="0"/>
              <a:t>23/09/2025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8F5BD-4827-C365-2790-8CBD8F88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9CB14-D938-0502-5FCC-B1B282BC4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F710-34D0-4E3D-8653-6AA56662B5B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365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97CA6-8686-250E-931A-EDA2BF1BD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9E39D-2923-BB5B-9198-7178F4E899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BE27B-532B-98E3-67EB-2FCB31B10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131DD-851E-276A-640D-58E16CEA5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C9F4-FF7A-46EA-85FB-D70FC1E09F18}" type="datetimeFigureOut">
              <a:rPr lang="en-BE" smtClean="0"/>
              <a:t>23/09/2025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97715-C403-C026-7F2A-F4DD9B8B3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C60DB-CFD0-A357-6451-284F62A3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F710-34D0-4E3D-8653-6AA56662B5B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2821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1270B-12B1-FE19-7BE9-C89C26ABB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150A5-E4B6-CEF1-A7C3-077D3A210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7C19A-12BA-7460-416C-759D0AD80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1441A1-403F-BCD8-941A-92110C34B7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6871FD-E5DC-AF2D-5E2A-0BE3BC5C94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269EE5-32AF-293E-4EDC-1DBFED77A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C9F4-FF7A-46EA-85FB-D70FC1E09F18}" type="datetimeFigureOut">
              <a:rPr lang="en-BE" smtClean="0"/>
              <a:t>23/09/2025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7DCDAC-C0D6-62DD-5382-780CA1F6E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2090A-8A9A-BC92-6776-E1BD675F5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F710-34D0-4E3D-8653-6AA56662B5B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197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8779A-1EDE-91A7-1FC0-FCC9DCBF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7D93F1-DB78-1295-4C97-195FE10DF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C9F4-FF7A-46EA-85FB-D70FC1E09F18}" type="datetimeFigureOut">
              <a:rPr lang="en-BE" smtClean="0"/>
              <a:t>23/09/2025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AF464-1ABC-242F-E720-D1104741D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DD4B7-62A6-D46E-4368-60291E342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F710-34D0-4E3D-8653-6AA56662B5B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030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13AE77-9E9D-DB3B-3CA6-1CFE00C0C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C9F4-FF7A-46EA-85FB-D70FC1E09F18}" type="datetimeFigureOut">
              <a:rPr lang="en-BE" smtClean="0"/>
              <a:t>23/09/2025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C4920D-E0CC-62DD-BCBF-734BDB66F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29DB9-C7F7-8DEB-5772-AEE6DE2F7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F710-34D0-4E3D-8653-6AA56662B5B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86561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63577-35AB-5A5F-F5ED-7C316B1E9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EC306-7A24-34CB-8971-66BADD036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16622-A688-2CB0-15B4-51F705363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27508-1C57-9CA3-D5DA-EF7444CBF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C9F4-FF7A-46EA-85FB-D70FC1E09F18}" type="datetimeFigureOut">
              <a:rPr lang="en-BE" smtClean="0"/>
              <a:t>23/09/2025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7300F-5885-9969-4845-3E73B9C44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E9FD2-F32D-F1E4-9551-951DDD8AB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F710-34D0-4E3D-8653-6AA56662B5B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42601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69F89-AAE5-8398-25C7-CB3FDCD67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C0FFAB-A57E-FBD8-7112-6D9A43C57E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21A52-4FA4-31A5-C2AC-C6AA276E4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98F0B-AFA8-0F55-5F3B-AA5882315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C9F4-FF7A-46EA-85FB-D70FC1E09F18}" type="datetimeFigureOut">
              <a:rPr lang="en-BE" smtClean="0"/>
              <a:t>23/09/2025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FB55D-CD58-4145-5E32-2B3C60C4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181F5-1E7D-ADC2-C714-916E95EA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F710-34D0-4E3D-8653-6AA56662B5B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82417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DD299-C498-0EA5-BD4D-85CDD5704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40609F-EC6F-6B1E-DECF-3A8C0FFE0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05081-9107-AAFA-D69C-F697BA112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C9F4-FF7A-46EA-85FB-D70FC1E09F18}" type="datetimeFigureOut">
              <a:rPr lang="en-BE" smtClean="0"/>
              <a:t>23/09/2025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104B1-CC70-5FD5-EF7E-C90A6AC87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8AC18-8D5F-0189-B1B7-552704A1C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F710-34D0-4E3D-8653-6AA56662B5B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03172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D503C8-A0AF-711F-39D1-FF82741260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BA1BA-7976-5879-2F48-00F7C6AAA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CB21E-96BC-D0E1-A975-10E733CE6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C9F4-FF7A-46EA-85FB-D70FC1E09F18}" type="datetimeFigureOut">
              <a:rPr lang="en-BE" smtClean="0"/>
              <a:t>23/09/2025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99E82-90B6-26F2-B662-FC0525DA6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7DC05-FB25-48E9-8837-346B03EB1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F710-34D0-4E3D-8653-6AA56662B5B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70500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943F70-B086-F160-FB12-EF34AA715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52299-492C-69D0-9E85-D18865BD7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96F67-5542-4A0F-F06B-D683E8615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6C9F4-FF7A-46EA-85FB-D70FC1E09F18}" type="datetimeFigureOut">
              <a:rPr lang="en-BE" smtClean="0"/>
              <a:t>23/09/2025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06D8E-B885-220F-2284-6339CECE1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78EFF-095E-B5A5-0280-1099CB3A5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4F710-34D0-4E3D-8653-6AA56662B5B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95309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hVimVzgtD6w?si=ua6vaEKTs9Y9v054" TargetMode="External"/><Relationship Id="rId2" Type="http://schemas.openxmlformats.org/officeDocument/2006/relationships/hyperlink" Target="https://youtu.be/KVhWqwnZ1eM?si=giD4SZhoY8kMAf0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Sm5xF-UYgdg?si=Yz0eulQkZDvf_N_J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07B44-0E57-3194-9105-61E1B55F57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machine learning</a:t>
            </a:r>
            <a:endParaRPr lang="en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C5999-E1FA-5486-D7A0-A9322C3ECA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220889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96A7C-E0BF-E943-D152-49F20FB14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 the data: data science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F4E2F-D54A-5351-F8E2-C90E519CF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course directly follows data science in 2itf</a:t>
            </a:r>
          </a:p>
          <a:p>
            <a:r>
              <a:rPr lang="en-US" dirty="0"/>
              <a:t>You’ll need all the skills you picked up there:</a:t>
            </a:r>
          </a:p>
          <a:p>
            <a:pPr lvl="1"/>
            <a:r>
              <a:rPr lang="en-US" dirty="0"/>
              <a:t>Grabbing data</a:t>
            </a:r>
          </a:p>
          <a:p>
            <a:pPr lvl="1"/>
            <a:r>
              <a:rPr lang="en-US" dirty="0"/>
              <a:t>Importing data</a:t>
            </a:r>
          </a:p>
          <a:p>
            <a:pPr lvl="1"/>
            <a:r>
              <a:rPr lang="en-US" dirty="0"/>
              <a:t>Creating graphs</a:t>
            </a:r>
          </a:p>
          <a:p>
            <a:pPr lvl="1"/>
            <a:r>
              <a:rPr lang="en-US" dirty="0"/>
              <a:t>Getting information on data</a:t>
            </a:r>
          </a:p>
          <a:p>
            <a:r>
              <a:rPr lang="en-US" dirty="0"/>
              <a:t>All using Python and Pandas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403712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3191D-B1D2-6BA3-33E2-27132C423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Recap: </a:t>
            </a:r>
            <a:r>
              <a:rPr lang="en-US" dirty="0"/>
              <a:t>H</a:t>
            </a:r>
            <a:r>
              <a:rPr lang="en-BE" dirty="0" err="1"/>
              <a:t>istogram</a:t>
            </a:r>
            <a:r>
              <a:rPr lang="en-BE" dirty="0"/>
              <a:t> and boxplot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C8AD15-B43C-7905-12FF-219B2A524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3110" y="1591773"/>
            <a:ext cx="6192686" cy="12118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30FA2F-E5BC-E765-7150-8DD14B5C7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3110" y="5073598"/>
            <a:ext cx="6192686" cy="12118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511983-A594-5BFF-32D4-FF713E2CB9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3109" y="2866750"/>
            <a:ext cx="6192688" cy="21207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31ECFA-FB24-9D12-7B3D-83CA26E4FCBB}"/>
              </a:ext>
            </a:extLst>
          </p:cNvPr>
          <p:cNvSpPr txBox="1"/>
          <p:nvPr/>
        </p:nvSpPr>
        <p:spPr>
          <a:xfrm>
            <a:off x="4829585" y="4847750"/>
            <a:ext cx="86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1400">
                <a:solidFill>
                  <a:srgbClr val="FF0000"/>
                </a:solidFill>
              </a:rPr>
              <a:t>p</a:t>
            </a:r>
            <a:r>
              <a:rPr lang="en-BE" sz="1400" baseline="-25000">
                <a:solidFill>
                  <a:srgbClr val="FF0000"/>
                </a:solidFill>
              </a:rPr>
              <a:t>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FBA9B-D2E7-3C64-E625-A714E08B3BB6}"/>
              </a:ext>
            </a:extLst>
          </p:cNvPr>
          <p:cNvSpPr txBox="1"/>
          <p:nvPr/>
        </p:nvSpPr>
        <p:spPr>
          <a:xfrm>
            <a:off x="5664301" y="4862568"/>
            <a:ext cx="582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1400">
                <a:solidFill>
                  <a:srgbClr val="FF0000"/>
                </a:solidFill>
              </a:rPr>
              <a:t>p</a:t>
            </a:r>
            <a:r>
              <a:rPr lang="en-BE" sz="1400" baseline="-25000">
                <a:solidFill>
                  <a:srgbClr val="FF0000"/>
                </a:solidFill>
              </a:rPr>
              <a:t>75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4095CB-17EE-CB3A-F750-55C9888FA612}"/>
              </a:ext>
            </a:extLst>
          </p:cNvPr>
          <p:cNvSpPr txBox="1"/>
          <p:nvPr/>
        </p:nvSpPr>
        <p:spPr>
          <a:xfrm>
            <a:off x="4478566" y="4847751"/>
            <a:ext cx="582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1400">
                <a:solidFill>
                  <a:srgbClr val="FF0000"/>
                </a:solidFill>
              </a:rPr>
              <a:t>p</a:t>
            </a:r>
            <a:r>
              <a:rPr lang="en-BE" sz="1400" baseline="-2500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C050C9-D34C-6A90-6F43-85E10FA16773}"/>
              </a:ext>
            </a:extLst>
          </p:cNvPr>
          <p:cNvSpPr txBox="1"/>
          <p:nvPr/>
        </p:nvSpPr>
        <p:spPr>
          <a:xfrm>
            <a:off x="7687725" y="4905604"/>
            <a:ext cx="674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1400">
                <a:solidFill>
                  <a:srgbClr val="FF0000"/>
                </a:solidFill>
              </a:rPr>
              <a:t>max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35C1F6-73D0-2641-7C76-4AC3ED0ACD0C}"/>
              </a:ext>
            </a:extLst>
          </p:cNvPr>
          <p:cNvSpPr txBox="1"/>
          <p:nvPr/>
        </p:nvSpPr>
        <p:spPr>
          <a:xfrm>
            <a:off x="2165992" y="4906455"/>
            <a:ext cx="1057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1400">
                <a:solidFill>
                  <a:srgbClr val="FF0000"/>
                </a:solidFill>
              </a:rPr>
              <a:t>min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91C80D-8D6A-B5C0-1FB9-FD3F503720E3}"/>
              </a:ext>
            </a:extLst>
          </p:cNvPr>
          <p:cNvSpPr txBox="1"/>
          <p:nvPr/>
        </p:nvSpPr>
        <p:spPr>
          <a:xfrm>
            <a:off x="6593585" y="4893816"/>
            <a:ext cx="1317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1400" dirty="0">
                <a:solidFill>
                  <a:srgbClr val="FF0000"/>
                </a:solidFill>
              </a:rPr>
              <a:t>biggest </a:t>
            </a:r>
            <a:br>
              <a:rPr lang="en-BE" sz="1400" dirty="0">
                <a:solidFill>
                  <a:srgbClr val="FF0000"/>
                </a:solidFill>
              </a:rPr>
            </a:br>
            <a:r>
              <a:rPr lang="en-BE" sz="1400" dirty="0">
                <a:solidFill>
                  <a:srgbClr val="FF0000"/>
                </a:solidFill>
              </a:rPr>
              <a:t>non-outlier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F1D417-D160-B7EA-770B-8C90FC92118D}"/>
              </a:ext>
            </a:extLst>
          </p:cNvPr>
          <p:cNvSpPr txBox="1"/>
          <p:nvPr/>
        </p:nvSpPr>
        <p:spPr>
          <a:xfrm>
            <a:off x="2827732" y="4888042"/>
            <a:ext cx="1317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1400">
                <a:solidFill>
                  <a:srgbClr val="FF0000"/>
                </a:solidFill>
              </a:rPr>
              <a:t>smallest </a:t>
            </a:r>
            <a:br>
              <a:rPr lang="en-BE" sz="1400">
                <a:solidFill>
                  <a:srgbClr val="FF0000"/>
                </a:solidFill>
              </a:rPr>
            </a:br>
            <a:r>
              <a:rPr lang="en-BE" sz="1400">
                <a:solidFill>
                  <a:srgbClr val="FF0000"/>
                </a:solidFill>
              </a:rPr>
              <a:t>non-outlier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E6C0B20-3CA4-0786-D89D-41715A15A658}"/>
              </a:ext>
            </a:extLst>
          </p:cNvPr>
          <p:cNvCxnSpPr>
            <a:cxnSpLocks/>
          </p:cNvCxnSpPr>
          <p:nvPr/>
        </p:nvCxnSpPr>
        <p:spPr>
          <a:xfrm flipH="1" flipV="1">
            <a:off x="2700253" y="5214232"/>
            <a:ext cx="2411" cy="370692"/>
          </a:xfrm>
          <a:prstGeom prst="line">
            <a:avLst/>
          </a:prstGeom>
          <a:ln>
            <a:solidFill>
              <a:srgbClr val="EC4B2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4B69624-7F94-82D3-C8FB-0855D7D45879}"/>
              </a:ext>
            </a:extLst>
          </p:cNvPr>
          <p:cNvCxnSpPr>
            <a:cxnSpLocks/>
          </p:cNvCxnSpPr>
          <p:nvPr/>
        </p:nvCxnSpPr>
        <p:spPr>
          <a:xfrm flipV="1">
            <a:off x="3439253" y="5379236"/>
            <a:ext cx="0" cy="205688"/>
          </a:xfrm>
          <a:prstGeom prst="line">
            <a:avLst/>
          </a:prstGeom>
          <a:ln>
            <a:solidFill>
              <a:srgbClr val="EC4B2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30D0360-3EFA-F054-8FAE-7E6D4D9FC2DC}"/>
              </a:ext>
            </a:extLst>
          </p:cNvPr>
          <p:cNvCxnSpPr>
            <a:cxnSpLocks/>
          </p:cNvCxnSpPr>
          <p:nvPr/>
        </p:nvCxnSpPr>
        <p:spPr>
          <a:xfrm flipV="1">
            <a:off x="7250653" y="5379236"/>
            <a:ext cx="0" cy="205688"/>
          </a:xfrm>
          <a:prstGeom prst="line">
            <a:avLst/>
          </a:prstGeom>
          <a:ln>
            <a:solidFill>
              <a:srgbClr val="EC4B2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31A3E2A-2D82-F268-D081-C7D0438BC7CE}"/>
              </a:ext>
            </a:extLst>
          </p:cNvPr>
          <p:cNvCxnSpPr>
            <a:cxnSpLocks/>
          </p:cNvCxnSpPr>
          <p:nvPr/>
        </p:nvCxnSpPr>
        <p:spPr>
          <a:xfrm flipV="1">
            <a:off x="8071453" y="5243442"/>
            <a:ext cx="0" cy="330579"/>
          </a:xfrm>
          <a:prstGeom prst="line">
            <a:avLst/>
          </a:prstGeom>
          <a:ln>
            <a:solidFill>
              <a:srgbClr val="EC4B2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3FA413-467B-B185-4818-F834BA0A19F6}"/>
              </a:ext>
            </a:extLst>
          </p:cNvPr>
          <p:cNvCxnSpPr>
            <a:cxnSpLocks/>
          </p:cNvCxnSpPr>
          <p:nvPr/>
        </p:nvCxnSpPr>
        <p:spPr>
          <a:xfrm flipV="1">
            <a:off x="7250653" y="2118208"/>
            <a:ext cx="0" cy="2787398"/>
          </a:xfrm>
          <a:prstGeom prst="line">
            <a:avLst/>
          </a:prstGeom>
          <a:ln>
            <a:solidFill>
              <a:srgbClr val="EC4B2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D8EDA14-81EB-D56F-56F5-F51EFA0448A6}"/>
              </a:ext>
            </a:extLst>
          </p:cNvPr>
          <p:cNvCxnSpPr>
            <a:cxnSpLocks/>
          </p:cNvCxnSpPr>
          <p:nvPr/>
        </p:nvCxnSpPr>
        <p:spPr>
          <a:xfrm flipH="1" flipV="1">
            <a:off x="3434430" y="2118208"/>
            <a:ext cx="4823" cy="2808313"/>
          </a:xfrm>
          <a:prstGeom prst="line">
            <a:avLst/>
          </a:prstGeom>
          <a:ln>
            <a:solidFill>
              <a:srgbClr val="EC4B2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F96D9CF-530B-E0B8-D910-FB7AEA9E1E13}"/>
              </a:ext>
            </a:extLst>
          </p:cNvPr>
          <p:cNvCxnSpPr>
            <a:cxnSpLocks/>
          </p:cNvCxnSpPr>
          <p:nvPr/>
        </p:nvCxnSpPr>
        <p:spPr>
          <a:xfrm flipH="1" flipV="1">
            <a:off x="2700253" y="2118208"/>
            <a:ext cx="4823" cy="2808313"/>
          </a:xfrm>
          <a:prstGeom prst="line">
            <a:avLst/>
          </a:prstGeom>
          <a:ln>
            <a:solidFill>
              <a:srgbClr val="EC4B2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1FAB24-55CA-D35C-6BA0-B317B2A43E84}"/>
              </a:ext>
            </a:extLst>
          </p:cNvPr>
          <p:cNvCxnSpPr>
            <a:cxnSpLocks/>
          </p:cNvCxnSpPr>
          <p:nvPr/>
        </p:nvCxnSpPr>
        <p:spPr>
          <a:xfrm flipH="1" flipV="1">
            <a:off x="8071453" y="2118207"/>
            <a:ext cx="4823" cy="2808313"/>
          </a:xfrm>
          <a:prstGeom prst="line">
            <a:avLst/>
          </a:prstGeom>
          <a:ln>
            <a:solidFill>
              <a:srgbClr val="EC4B2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C9B5969-0A1D-735D-F714-E9E4968F3436}"/>
              </a:ext>
            </a:extLst>
          </p:cNvPr>
          <p:cNvCxnSpPr>
            <a:cxnSpLocks/>
          </p:cNvCxnSpPr>
          <p:nvPr/>
        </p:nvCxnSpPr>
        <p:spPr>
          <a:xfrm flipV="1">
            <a:off x="4769780" y="2118208"/>
            <a:ext cx="0" cy="2787398"/>
          </a:xfrm>
          <a:prstGeom prst="line">
            <a:avLst/>
          </a:prstGeom>
          <a:ln>
            <a:solidFill>
              <a:srgbClr val="EC4B2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83697B1-8715-96EE-3E5C-E2852D17203B}"/>
              </a:ext>
            </a:extLst>
          </p:cNvPr>
          <p:cNvCxnSpPr>
            <a:cxnSpLocks/>
          </p:cNvCxnSpPr>
          <p:nvPr/>
        </p:nvCxnSpPr>
        <p:spPr>
          <a:xfrm flipV="1">
            <a:off x="5950476" y="2118206"/>
            <a:ext cx="0" cy="2787398"/>
          </a:xfrm>
          <a:prstGeom prst="line">
            <a:avLst/>
          </a:prstGeom>
          <a:ln>
            <a:solidFill>
              <a:srgbClr val="EC4B2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917F8C4-296E-1676-88AA-4AE5FE73C638}"/>
              </a:ext>
            </a:extLst>
          </p:cNvPr>
          <p:cNvCxnSpPr>
            <a:cxnSpLocks/>
          </p:cNvCxnSpPr>
          <p:nvPr/>
        </p:nvCxnSpPr>
        <p:spPr>
          <a:xfrm flipV="1">
            <a:off x="5184253" y="2118208"/>
            <a:ext cx="0" cy="2787398"/>
          </a:xfrm>
          <a:prstGeom prst="line">
            <a:avLst/>
          </a:prstGeom>
          <a:ln>
            <a:solidFill>
              <a:srgbClr val="EC4B2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D0A8A54-B1D6-8532-D8DA-07AF1EC6468C}"/>
              </a:ext>
            </a:extLst>
          </p:cNvPr>
          <p:cNvSpPr txBox="1"/>
          <p:nvPr/>
        </p:nvSpPr>
        <p:spPr>
          <a:xfrm>
            <a:off x="9509964" y="5001638"/>
            <a:ext cx="1819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1400" i="1" dirty="0">
                <a:solidFill>
                  <a:srgbClr val="FF0000"/>
                </a:solidFill>
              </a:rPr>
              <a:t>boxplot does </a:t>
            </a:r>
            <a:r>
              <a:rPr lang="en-BE" sz="1400" b="1" i="1" dirty="0">
                <a:solidFill>
                  <a:srgbClr val="FF0000"/>
                </a:solidFill>
              </a:rPr>
              <a:t>not</a:t>
            </a:r>
            <a:r>
              <a:rPr lang="en-BE" sz="1400" i="1" dirty="0">
                <a:solidFill>
                  <a:srgbClr val="FF0000"/>
                </a:solidFill>
              </a:rPr>
              <a:t> show the mean!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DA7A33-C4B5-2BCD-0D20-41DAFE637B87}"/>
              </a:ext>
            </a:extLst>
          </p:cNvPr>
          <p:cNvSpPr txBox="1"/>
          <p:nvPr/>
        </p:nvSpPr>
        <p:spPr>
          <a:xfrm>
            <a:off x="4769780" y="5574021"/>
            <a:ext cx="1317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1400" dirty="0">
                <a:solidFill>
                  <a:srgbClr val="FF0000"/>
                </a:solidFill>
              </a:rPr>
              <a:t>IQR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9EF3B06-6E40-9067-9B8F-EA0697D9649B}"/>
              </a:ext>
            </a:extLst>
          </p:cNvPr>
          <p:cNvCxnSpPr/>
          <p:nvPr/>
        </p:nvCxnSpPr>
        <p:spPr>
          <a:xfrm>
            <a:off x="4769780" y="5866980"/>
            <a:ext cx="1180696" cy="0"/>
          </a:xfrm>
          <a:prstGeom prst="straightConnector1">
            <a:avLst/>
          </a:prstGeom>
          <a:ln>
            <a:solidFill>
              <a:srgbClr val="EC4B2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66CB805-8F32-C375-A381-F124026EAA5E}"/>
              </a:ext>
            </a:extLst>
          </p:cNvPr>
          <p:cNvSpPr txBox="1"/>
          <p:nvPr/>
        </p:nvSpPr>
        <p:spPr>
          <a:xfrm>
            <a:off x="7740982" y="5818624"/>
            <a:ext cx="3011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>
                <a:solidFill>
                  <a:srgbClr val="FF0000"/>
                </a:solidFill>
              </a:rPr>
              <a:t>OUTLIERS</a:t>
            </a:r>
          </a:p>
          <a:p>
            <a:r>
              <a:rPr lang="en-BE" sz="1400" dirty="0">
                <a:solidFill>
                  <a:srgbClr val="FF0000"/>
                </a:solidFill>
              </a:rPr>
              <a:t>x &gt; p</a:t>
            </a:r>
            <a:r>
              <a:rPr lang="en-BE" sz="1400" baseline="-25000" dirty="0">
                <a:solidFill>
                  <a:srgbClr val="FF0000"/>
                </a:solidFill>
              </a:rPr>
              <a:t>75</a:t>
            </a:r>
            <a:r>
              <a:rPr lang="en-BE" sz="1400" dirty="0">
                <a:solidFill>
                  <a:srgbClr val="FF0000"/>
                </a:solidFill>
              </a:rPr>
              <a:t> + 1.5 * IQR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6B78326-746A-2BD2-54F5-DE6585741DC0}"/>
              </a:ext>
            </a:extLst>
          </p:cNvPr>
          <p:cNvCxnSpPr/>
          <p:nvPr/>
        </p:nvCxnSpPr>
        <p:spPr>
          <a:xfrm>
            <a:off x="5975356" y="5906099"/>
            <a:ext cx="1771200" cy="0"/>
          </a:xfrm>
          <a:prstGeom prst="straightConnector1">
            <a:avLst/>
          </a:prstGeom>
          <a:ln>
            <a:solidFill>
              <a:srgbClr val="EC4B2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83953CE-20B6-A237-B773-253240D5F3D3}"/>
              </a:ext>
            </a:extLst>
          </p:cNvPr>
          <p:cNvCxnSpPr/>
          <p:nvPr/>
        </p:nvCxnSpPr>
        <p:spPr>
          <a:xfrm>
            <a:off x="2998580" y="5906099"/>
            <a:ext cx="1771200" cy="0"/>
          </a:xfrm>
          <a:prstGeom prst="straightConnector1">
            <a:avLst/>
          </a:prstGeom>
          <a:ln>
            <a:solidFill>
              <a:srgbClr val="EC4B2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69E3D5D-DE06-0E36-173F-C80287AF6E51}"/>
              </a:ext>
            </a:extLst>
          </p:cNvPr>
          <p:cNvCxnSpPr>
            <a:cxnSpLocks/>
          </p:cNvCxnSpPr>
          <p:nvPr/>
        </p:nvCxnSpPr>
        <p:spPr>
          <a:xfrm flipV="1">
            <a:off x="2998580" y="5803255"/>
            <a:ext cx="0" cy="205688"/>
          </a:xfrm>
          <a:prstGeom prst="line">
            <a:avLst/>
          </a:prstGeom>
          <a:ln>
            <a:solidFill>
              <a:srgbClr val="EC4B2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1608CE2-B810-9FD6-947F-F645A3DCD7F6}"/>
              </a:ext>
            </a:extLst>
          </p:cNvPr>
          <p:cNvCxnSpPr>
            <a:cxnSpLocks/>
          </p:cNvCxnSpPr>
          <p:nvPr/>
        </p:nvCxnSpPr>
        <p:spPr>
          <a:xfrm flipV="1">
            <a:off x="7746556" y="5803255"/>
            <a:ext cx="0" cy="205688"/>
          </a:xfrm>
          <a:prstGeom prst="line">
            <a:avLst/>
          </a:prstGeom>
          <a:ln>
            <a:solidFill>
              <a:srgbClr val="EC4B2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E1E329E-0E17-CA75-8560-8BA6FE15DD79}"/>
              </a:ext>
            </a:extLst>
          </p:cNvPr>
          <p:cNvSpPr txBox="1"/>
          <p:nvPr/>
        </p:nvSpPr>
        <p:spPr>
          <a:xfrm>
            <a:off x="0" y="5790439"/>
            <a:ext cx="3011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BE" sz="1400" dirty="0">
                <a:solidFill>
                  <a:srgbClr val="FF0000"/>
                </a:solidFill>
              </a:rPr>
              <a:t>OUTLIERS</a:t>
            </a:r>
            <a:br>
              <a:rPr lang="en-BE" sz="1400" dirty="0">
                <a:solidFill>
                  <a:srgbClr val="FF0000"/>
                </a:solidFill>
              </a:rPr>
            </a:br>
            <a:r>
              <a:rPr lang="en-BE" sz="1400" dirty="0">
                <a:solidFill>
                  <a:srgbClr val="FF0000"/>
                </a:solidFill>
              </a:rPr>
              <a:t>x &lt; p</a:t>
            </a:r>
            <a:r>
              <a:rPr lang="en-BE" sz="1400" baseline="-25000" dirty="0">
                <a:solidFill>
                  <a:srgbClr val="FF0000"/>
                </a:solidFill>
              </a:rPr>
              <a:t>25</a:t>
            </a:r>
            <a:r>
              <a:rPr lang="en-BE" sz="1400" dirty="0">
                <a:solidFill>
                  <a:srgbClr val="FF0000"/>
                </a:solidFill>
              </a:rPr>
              <a:t> – 1.5 * IQR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2925B5-3FAB-5154-E23A-B42D33E8C792}"/>
              </a:ext>
            </a:extLst>
          </p:cNvPr>
          <p:cNvSpPr txBox="1"/>
          <p:nvPr/>
        </p:nvSpPr>
        <p:spPr>
          <a:xfrm>
            <a:off x="5956049" y="5606746"/>
            <a:ext cx="1784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1400" dirty="0">
                <a:solidFill>
                  <a:srgbClr val="FF0000"/>
                </a:solidFill>
              </a:rPr>
              <a:t>1.5 * IQR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D10DE2-E0EB-1E06-EDA8-2FCB915412D3}"/>
              </a:ext>
            </a:extLst>
          </p:cNvPr>
          <p:cNvSpPr txBox="1"/>
          <p:nvPr/>
        </p:nvSpPr>
        <p:spPr>
          <a:xfrm>
            <a:off x="3011506" y="5606746"/>
            <a:ext cx="1763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1400" dirty="0">
                <a:solidFill>
                  <a:srgbClr val="FF0000"/>
                </a:solidFill>
              </a:rPr>
              <a:t>1.5 * IQR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94D946-2E43-9A21-4F4D-BF96F8038AEE}"/>
              </a:ext>
            </a:extLst>
          </p:cNvPr>
          <p:cNvSpPr txBox="1"/>
          <p:nvPr/>
        </p:nvSpPr>
        <p:spPr>
          <a:xfrm>
            <a:off x="9344664" y="4209931"/>
            <a:ext cx="2150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1400" dirty="0">
                <a:solidFill>
                  <a:srgbClr val="FF0000"/>
                </a:solidFill>
              </a:rPr>
              <a:t>IQR</a:t>
            </a:r>
            <a:br>
              <a:rPr lang="en-BE" sz="1400" dirty="0">
                <a:solidFill>
                  <a:srgbClr val="FF0000"/>
                </a:solidFill>
              </a:rPr>
            </a:br>
            <a:r>
              <a:rPr lang="en-BE" sz="1400" dirty="0">
                <a:solidFill>
                  <a:srgbClr val="FF0000"/>
                </a:solidFill>
              </a:rPr>
              <a:t>Inter-Quartile Range</a:t>
            </a:r>
          </a:p>
        </p:txBody>
      </p:sp>
    </p:spTree>
    <p:extLst>
      <p:ext uri="{BB962C8B-B14F-4D97-AF65-F5344CB8AC3E}">
        <p14:creationId xmlns:p14="http://schemas.microsoft.com/office/powerpoint/2010/main" val="39801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BE8A1-3FAE-59D6-87BB-8C9104E8E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Recap: </a:t>
            </a:r>
            <a:r>
              <a:rPr lang="en-US" dirty="0"/>
              <a:t>M</a:t>
            </a:r>
            <a:r>
              <a:rPr lang="en-BE" dirty="0" err="1"/>
              <a:t>ean</a:t>
            </a:r>
            <a:r>
              <a:rPr lang="en-BE" dirty="0"/>
              <a:t> and median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ADF3C69-1B39-7BDA-1221-CDE8F6B42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1300" y="2328347"/>
            <a:ext cx="8785402" cy="331649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5FCCDF2C-2B46-1E3C-F610-8A00BB358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525" y="2328347"/>
            <a:ext cx="2724958" cy="51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1902A9-EC46-48F8-9D5C-6C5A5242DBA0}"/>
              </a:ext>
            </a:extLst>
          </p:cNvPr>
          <p:cNvSpPr txBox="1"/>
          <p:nvPr/>
        </p:nvSpPr>
        <p:spPr>
          <a:xfrm>
            <a:off x="8970636" y="1884544"/>
            <a:ext cx="24192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i="1" dirty="0">
                <a:solidFill>
                  <a:srgbClr val="FF0000"/>
                </a:solidFill>
              </a:rPr>
              <a:t>mean = average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49BE39-75E0-ED32-5B41-6B8DA5517E48}"/>
              </a:ext>
            </a:extLst>
          </p:cNvPr>
          <p:cNvSpPr txBox="1"/>
          <p:nvPr/>
        </p:nvSpPr>
        <p:spPr>
          <a:xfrm>
            <a:off x="8970636" y="3647183"/>
            <a:ext cx="2953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i="1" dirty="0">
                <a:solidFill>
                  <a:srgbClr val="FF0000"/>
                </a:solidFill>
              </a:rPr>
              <a:t>median = “middle number”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79D9D6-7D8D-93D0-AEDC-1D874E407AAF}"/>
              </a:ext>
            </a:extLst>
          </p:cNvPr>
          <p:cNvSpPr txBox="1"/>
          <p:nvPr/>
        </p:nvSpPr>
        <p:spPr>
          <a:xfrm>
            <a:off x="8970637" y="4874754"/>
            <a:ext cx="2953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i="1" dirty="0">
                <a:solidFill>
                  <a:srgbClr val="FF0000"/>
                </a:solidFill>
              </a:rPr>
              <a:t>mode = “most common value”</a:t>
            </a:r>
          </a:p>
        </p:txBody>
      </p:sp>
    </p:spTree>
    <p:extLst>
      <p:ext uri="{BB962C8B-B14F-4D97-AF65-F5344CB8AC3E}">
        <p14:creationId xmlns:p14="http://schemas.microsoft.com/office/powerpoint/2010/main" val="3792243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5B0DA-9B6C-697D-CF7E-A26FF7901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Recap</a:t>
            </a:r>
            <a:r>
              <a:rPr lang="nl-BE" dirty="0"/>
              <a:t>: </a:t>
            </a:r>
            <a:r>
              <a:rPr lang="nl-BE" dirty="0" err="1"/>
              <a:t>Exploratory</a:t>
            </a:r>
            <a:r>
              <a:rPr lang="nl-BE" dirty="0"/>
              <a:t> data analysis</a:t>
            </a:r>
            <a:endParaRPr lang="en-BE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BEBD0100-E7CC-58EA-8CE2-686ED3CB8D4B}"/>
              </a:ext>
            </a:extLst>
          </p:cNvPr>
          <p:cNvSpPr txBox="1">
            <a:spLocks/>
          </p:cNvSpPr>
          <p:nvPr/>
        </p:nvSpPr>
        <p:spPr>
          <a:xfrm>
            <a:off x="1035968" y="1690688"/>
            <a:ext cx="10120064" cy="4428000"/>
          </a:xfrm>
          <a:prstGeom prst="rect">
            <a:avLst/>
          </a:prstGeom>
        </p:spPr>
        <p:txBody>
          <a:bodyPr vert="horz" lIns="432000" tIns="252000" rIns="432000" bIns="144000" rtlCol="0">
            <a:normAutofit fontScale="92500"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BE" dirty="0">
                <a:solidFill>
                  <a:srgbClr val="0070C0"/>
                </a:solidFill>
              </a:rPr>
              <a:t>Variation</a:t>
            </a:r>
          </a:p>
          <a:p>
            <a:pPr lvl="1"/>
            <a:r>
              <a:rPr lang="en-BE" dirty="0"/>
              <a:t>How much do values of a </a:t>
            </a:r>
            <a:r>
              <a:rPr lang="en-BE" b="1" dirty="0"/>
              <a:t>same</a:t>
            </a:r>
            <a:r>
              <a:rPr lang="en-BE" dirty="0"/>
              <a:t> variable change </a:t>
            </a:r>
            <a:r>
              <a:rPr lang="en-BE" b="1" dirty="0"/>
              <a:t>across observations</a:t>
            </a:r>
            <a:r>
              <a:rPr lang="en-BE" dirty="0"/>
              <a:t>.</a:t>
            </a:r>
            <a:endParaRPr lang="nl-BE" dirty="0"/>
          </a:p>
          <a:p>
            <a:pPr lvl="1"/>
            <a:endParaRPr lang="nl-BE" dirty="0"/>
          </a:p>
          <a:p>
            <a:pPr marL="355600" lvl="1" indent="0">
              <a:buNone/>
            </a:pPr>
            <a:r>
              <a:rPr lang="nl-BE" dirty="0">
                <a:solidFill>
                  <a:srgbClr val="0C720B"/>
                </a:solidFill>
              </a:rPr>
              <a:t>		“1-D spread” – single spread</a:t>
            </a:r>
          </a:p>
          <a:p>
            <a:pPr lvl="1"/>
            <a:endParaRPr lang="en-BE" dirty="0"/>
          </a:p>
          <a:p>
            <a:pPr marL="0" indent="0">
              <a:buNone/>
            </a:pPr>
            <a:r>
              <a:rPr lang="en-BE" dirty="0">
                <a:solidFill>
                  <a:srgbClr val="0070C0"/>
                </a:solidFill>
              </a:rPr>
              <a:t>Covariation</a:t>
            </a:r>
          </a:p>
          <a:p>
            <a:pPr lvl="1"/>
            <a:r>
              <a:rPr lang="en-BE" dirty="0"/>
              <a:t>How much do values of </a:t>
            </a:r>
            <a:r>
              <a:rPr lang="en-BE" b="1" dirty="0"/>
              <a:t>different variables</a:t>
            </a:r>
            <a:r>
              <a:rPr lang="en-BE" dirty="0"/>
              <a:t> change in a </a:t>
            </a:r>
            <a:r>
              <a:rPr lang="en-BE" b="1" dirty="0"/>
              <a:t>related</a:t>
            </a:r>
            <a:r>
              <a:rPr lang="en-BE" dirty="0"/>
              <a:t> way.</a:t>
            </a:r>
            <a:endParaRPr lang="nl-BE" dirty="0"/>
          </a:p>
          <a:p>
            <a:pPr lvl="1"/>
            <a:endParaRPr lang="nl-BE" dirty="0"/>
          </a:p>
          <a:p>
            <a:pPr marL="355600" lvl="1" indent="0">
              <a:buNone/>
            </a:pPr>
            <a:r>
              <a:rPr lang="nl-BE" dirty="0">
                <a:solidFill>
                  <a:srgbClr val="0C720B"/>
                </a:solidFill>
              </a:rPr>
              <a:t>		“2-D spread” – related spread</a:t>
            </a:r>
            <a:endParaRPr lang="en-BE" dirty="0">
              <a:solidFill>
                <a:srgbClr val="0C720B"/>
              </a:solidFill>
            </a:endParaRPr>
          </a:p>
          <a:p>
            <a:pPr marL="0" indent="0">
              <a:buFont typeface="Verdana" pitchFamily="34" charset="0"/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282777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1A871-DE2C-89E5-9899-794BA9D45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Recap: Exploring variation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39E7EEB-068C-B02C-7CCD-EC128AB9E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690688"/>
            <a:ext cx="6096000" cy="442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BE" dirty="0"/>
              <a:t>Categorical variable</a:t>
            </a:r>
          </a:p>
          <a:p>
            <a:pPr marL="0" indent="0">
              <a:buNone/>
            </a:pPr>
            <a:endParaRPr lang="en-BE" dirty="0"/>
          </a:p>
          <a:p>
            <a:pPr marL="0" indent="0">
              <a:buNone/>
            </a:pPr>
            <a:endParaRPr lang="en-BE" dirty="0"/>
          </a:p>
          <a:p>
            <a:pPr marL="0" indent="0">
              <a:buNone/>
            </a:pPr>
            <a:endParaRPr lang="en-BE" dirty="0"/>
          </a:p>
          <a:p>
            <a:pPr marL="0" indent="0">
              <a:buNone/>
            </a:pPr>
            <a:endParaRPr lang="en-BE" dirty="0"/>
          </a:p>
          <a:p>
            <a:pPr marL="0" indent="0">
              <a:buNone/>
            </a:pPr>
            <a:br>
              <a:rPr lang="en-BE" dirty="0"/>
            </a:br>
            <a:endParaRPr lang="en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4999A2-E332-75A6-7C21-8F2C1DD75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1852" y="2743552"/>
            <a:ext cx="5212298" cy="3002256"/>
          </a:xfrm>
          <a:prstGeom prst="rect">
            <a:avLst/>
          </a:prstGeom>
        </p:spPr>
      </p:pic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A00BCE65-AFEB-CDCD-98A5-3E7F8ADA8048}"/>
              </a:ext>
            </a:extLst>
          </p:cNvPr>
          <p:cNvSpPr txBox="1">
            <a:spLocks/>
          </p:cNvSpPr>
          <p:nvPr/>
        </p:nvSpPr>
        <p:spPr>
          <a:xfrm>
            <a:off x="6096001" y="1542473"/>
            <a:ext cx="6096000" cy="4576215"/>
          </a:xfrm>
          <a:prstGeom prst="rect">
            <a:avLst/>
          </a:prstGeom>
        </p:spPr>
        <p:txBody>
          <a:bodyPr vert="horz" lIns="432000" tIns="252000" rIns="43200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Verdana" pitchFamily="34" charset="0"/>
              <a:buNone/>
            </a:pPr>
            <a:r>
              <a:rPr lang="en-BE" sz="2800" dirty="0">
                <a:latin typeface="+mn-lt"/>
              </a:rPr>
              <a:t>Continuous variable</a:t>
            </a:r>
          </a:p>
          <a:p>
            <a:pPr marL="0" indent="0">
              <a:buFont typeface="Verdana" pitchFamily="34" charset="0"/>
              <a:buNone/>
            </a:pPr>
            <a:endParaRPr lang="en-B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F30C57-E00F-4300-03D8-D1F36C663C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37852" y="2743552"/>
            <a:ext cx="5212297" cy="30022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C82D38-076F-731C-B752-AC9F283EB34B}"/>
              </a:ext>
            </a:extLst>
          </p:cNvPr>
          <p:cNvSpPr txBox="1"/>
          <p:nvPr/>
        </p:nvSpPr>
        <p:spPr>
          <a:xfrm>
            <a:off x="6096001" y="5841736"/>
            <a:ext cx="6095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Histogram</a:t>
            </a:r>
            <a:endParaRPr lang="en-BE" sz="24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81A59E-67F8-AF02-5B95-9C3AF7379A5B}"/>
              </a:ext>
            </a:extLst>
          </p:cNvPr>
          <p:cNvSpPr txBox="1"/>
          <p:nvPr/>
        </p:nvSpPr>
        <p:spPr>
          <a:xfrm>
            <a:off x="0" y="5887855"/>
            <a:ext cx="6095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Bar plot</a:t>
            </a:r>
            <a:endParaRPr lang="en-BE" sz="24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80DA4E-2060-D17D-C68B-AAC5DB68F6B6}"/>
              </a:ext>
            </a:extLst>
          </p:cNvPr>
          <p:cNvCxnSpPr/>
          <p:nvPr/>
        </p:nvCxnSpPr>
        <p:spPr>
          <a:xfrm>
            <a:off x="6168009" y="1843944"/>
            <a:ext cx="0" cy="4428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335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D65EF-31A5-1A5A-71BA-4566C5C9A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Recap: Exploring </a:t>
            </a:r>
            <a:r>
              <a:rPr lang="en-US" dirty="0"/>
              <a:t>c</a:t>
            </a:r>
            <a:r>
              <a:rPr lang="en-BE" dirty="0" err="1"/>
              <a:t>ovariation</a:t>
            </a:r>
            <a:endParaRPr lang="en-BE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F7EA4177-42CE-019F-1C50-40B83B2A3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78654"/>
            <a:ext cx="4064399" cy="4428000"/>
          </a:xfrm>
          <a:ln>
            <a:noFill/>
          </a:ln>
        </p:spPr>
        <p:txBody>
          <a:bodyPr lIns="0" rIns="0">
            <a:normAutofit/>
          </a:bodyPr>
          <a:lstStyle/>
          <a:p>
            <a:pPr marL="0" indent="0" algn="ctr">
              <a:buNone/>
            </a:pPr>
            <a:r>
              <a:rPr lang="en-BE" sz="2200" dirty="0"/>
              <a:t>Categorical/Continuous</a:t>
            </a:r>
          </a:p>
          <a:p>
            <a:pPr marL="0" indent="0">
              <a:buNone/>
            </a:pPr>
            <a:endParaRPr lang="en-BE" sz="2000" dirty="0"/>
          </a:p>
          <a:p>
            <a:pPr marL="0" indent="0">
              <a:buNone/>
            </a:pPr>
            <a:endParaRPr lang="en-BE" sz="2000" dirty="0"/>
          </a:p>
          <a:p>
            <a:pPr marL="0" indent="0">
              <a:buNone/>
            </a:pPr>
            <a:endParaRPr lang="en-BE" sz="2000" dirty="0"/>
          </a:p>
          <a:p>
            <a:pPr marL="0" indent="0">
              <a:buNone/>
            </a:pPr>
            <a:endParaRPr lang="en-BE" sz="2000" dirty="0"/>
          </a:p>
          <a:p>
            <a:pPr marL="0" indent="0">
              <a:buNone/>
            </a:pPr>
            <a:br>
              <a:rPr lang="en-BE" sz="2000" dirty="0"/>
            </a:br>
            <a:endParaRPr lang="en-BE" sz="2000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0CDBA63B-31D7-01F4-C36C-36002FA187B3}"/>
              </a:ext>
            </a:extLst>
          </p:cNvPr>
          <p:cNvSpPr txBox="1">
            <a:spLocks/>
          </p:cNvSpPr>
          <p:nvPr/>
        </p:nvSpPr>
        <p:spPr>
          <a:xfrm>
            <a:off x="4072588" y="1468582"/>
            <a:ext cx="4064399" cy="4638716"/>
          </a:xfrm>
          <a:prstGeom prst="rect">
            <a:avLst/>
          </a:prstGeom>
          <a:ln>
            <a:noFill/>
          </a:ln>
        </p:spPr>
        <p:txBody>
          <a:bodyPr vert="horz" lIns="0" tIns="252000" rIns="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Verdana" pitchFamily="34" charset="0"/>
              <a:buNone/>
            </a:pPr>
            <a:r>
              <a:rPr lang="en-BE" sz="2200" dirty="0">
                <a:latin typeface="+mn-lt"/>
              </a:rPr>
              <a:t>Categorical/Categorical</a:t>
            </a:r>
          </a:p>
          <a:p>
            <a:pPr marL="0" indent="0">
              <a:buFont typeface="Verdana" pitchFamily="34" charset="0"/>
              <a:buNone/>
            </a:pPr>
            <a:endParaRPr lang="en-BE" dirty="0"/>
          </a:p>
          <a:p>
            <a:pPr marL="0" indent="0">
              <a:buFont typeface="Verdana" pitchFamily="34" charset="0"/>
              <a:buNone/>
            </a:pPr>
            <a:endParaRPr lang="en-BE" dirty="0"/>
          </a:p>
          <a:p>
            <a:pPr marL="0" indent="0">
              <a:buFont typeface="Verdana" pitchFamily="34" charset="0"/>
              <a:buNone/>
            </a:pPr>
            <a:endParaRPr lang="en-BE" dirty="0"/>
          </a:p>
          <a:p>
            <a:pPr marL="0" indent="0">
              <a:buFont typeface="Verdana" pitchFamily="34" charset="0"/>
              <a:buNone/>
            </a:pPr>
            <a:endParaRPr lang="en-BE" dirty="0"/>
          </a:p>
          <a:p>
            <a:pPr marL="0" indent="0">
              <a:buFont typeface="Verdana" pitchFamily="34" charset="0"/>
              <a:buNone/>
            </a:pPr>
            <a:br>
              <a:rPr lang="en-BE" dirty="0"/>
            </a:br>
            <a:endParaRPr lang="en-BE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1D23BC35-27DD-23B6-DFE7-07DE629F0B82}"/>
              </a:ext>
            </a:extLst>
          </p:cNvPr>
          <p:cNvSpPr txBox="1">
            <a:spLocks/>
          </p:cNvSpPr>
          <p:nvPr/>
        </p:nvSpPr>
        <p:spPr>
          <a:xfrm>
            <a:off x="8136388" y="1467938"/>
            <a:ext cx="4064399" cy="4638716"/>
          </a:xfrm>
          <a:prstGeom prst="rect">
            <a:avLst/>
          </a:prstGeom>
          <a:ln>
            <a:noFill/>
          </a:ln>
        </p:spPr>
        <p:txBody>
          <a:bodyPr vert="horz" lIns="0" tIns="252000" rIns="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Verdana" pitchFamily="34" charset="0"/>
              <a:buNone/>
            </a:pPr>
            <a:r>
              <a:rPr lang="en-BE" sz="2200" dirty="0">
                <a:latin typeface="+mn-lt"/>
              </a:rPr>
              <a:t>Continuous/Continuous</a:t>
            </a:r>
          </a:p>
          <a:p>
            <a:pPr marL="0" indent="0">
              <a:buFont typeface="Verdana" pitchFamily="34" charset="0"/>
              <a:buNone/>
            </a:pPr>
            <a:endParaRPr lang="en-BE" dirty="0"/>
          </a:p>
          <a:p>
            <a:pPr marL="0" indent="0">
              <a:buFont typeface="Verdana" pitchFamily="34" charset="0"/>
              <a:buNone/>
            </a:pPr>
            <a:endParaRPr lang="en-BE" dirty="0"/>
          </a:p>
          <a:p>
            <a:pPr marL="0" indent="0">
              <a:buFont typeface="Verdana" pitchFamily="34" charset="0"/>
              <a:buNone/>
            </a:pPr>
            <a:endParaRPr lang="en-BE" dirty="0"/>
          </a:p>
          <a:p>
            <a:pPr marL="0" indent="0">
              <a:buFont typeface="Verdana" pitchFamily="34" charset="0"/>
              <a:buNone/>
            </a:pPr>
            <a:endParaRPr lang="en-BE" dirty="0"/>
          </a:p>
          <a:p>
            <a:pPr marL="0" indent="0">
              <a:buFont typeface="Verdana" pitchFamily="34" charset="0"/>
              <a:buNone/>
            </a:pPr>
            <a:br>
              <a:rPr lang="en-BE" dirty="0"/>
            </a:br>
            <a:endParaRPr lang="en-B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720E4D-44ED-C45E-D612-0EB334683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9999" y="3779990"/>
            <a:ext cx="3131304" cy="18036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B9C98E-F0A7-4E74-5989-5036511EB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1343" y="2443541"/>
            <a:ext cx="3131304" cy="18036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27C5C3-C456-123B-22C5-2906E2B065E7}"/>
              </a:ext>
            </a:extLst>
          </p:cNvPr>
          <p:cNvSpPr txBox="1"/>
          <p:nvPr/>
        </p:nvSpPr>
        <p:spPr>
          <a:xfrm>
            <a:off x="-2" y="5611838"/>
            <a:ext cx="40556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Frequency polygon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Grouped boxplot</a:t>
            </a:r>
            <a:endParaRPr lang="en-BE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54891D-CC8B-2DE9-EDEF-DA9FA9F02AD2}"/>
              </a:ext>
            </a:extLst>
          </p:cNvPr>
          <p:cNvSpPr txBox="1"/>
          <p:nvPr/>
        </p:nvSpPr>
        <p:spPr>
          <a:xfrm>
            <a:off x="8156543" y="5661878"/>
            <a:ext cx="40556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Scatter plot</a:t>
            </a:r>
            <a:br>
              <a:rPr lang="en-US" sz="2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2D histogram</a:t>
            </a:r>
            <a:endParaRPr lang="en-BE" sz="24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2C0374-E002-DD1A-1A24-1266B2B54E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93055" y="2990846"/>
            <a:ext cx="3131307" cy="18036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EA6D7C-44C8-66B9-A3A3-CB7044F21A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54363" y="2428885"/>
            <a:ext cx="3071744" cy="17693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72266AA-9D1F-1000-C86D-8082375338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20255" y="3816635"/>
            <a:ext cx="3071743" cy="1769307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4DFA888-A4A5-0845-A454-7281EB29EBD2}"/>
              </a:ext>
            </a:extLst>
          </p:cNvPr>
          <p:cNvCxnSpPr/>
          <p:nvPr/>
        </p:nvCxnSpPr>
        <p:spPr>
          <a:xfrm>
            <a:off x="4074684" y="1831910"/>
            <a:ext cx="0" cy="4428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956172-5DAF-8CF1-37AC-CC06C13AEE3A}"/>
              </a:ext>
            </a:extLst>
          </p:cNvPr>
          <p:cNvCxnSpPr/>
          <p:nvPr/>
        </p:nvCxnSpPr>
        <p:spPr>
          <a:xfrm>
            <a:off x="8112223" y="1831910"/>
            <a:ext cx="0" cy="4428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63B2993-76DE-4393-263D-DC5FB49CFAD0}"/>
              </a:ext>
            </a:extLst>
          </p:cNvPr>
          <p:cNvSpPr txBox="1"/>
          <p:nvPr/>
        </p:nvSpPr>
        <p:spPr>
          <a:xfrm>
            <a:off x="4043488" y="5661878"/>
            <a:ext cx="4055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Two-dimensional grid</a:t>
            </a:r>
            <a:endParaRPr lang="en-BE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361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E5742-5485-00FB-E4B4-39DEB519E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Recap: Covariance and correlation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1B8476-D35D-6FFE-5329-836C5915B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60" y="2204864"/>
            <a:ext cx="3625435" cy="20882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A211A-7D27-F9C9-1B2B-4C84EB3E6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79776" y="2204864"/>
            <a:ext cx="3625435" cy="20882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DED3BD-6BA2-8742-5CB5-F84F3ECE7F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24193" y="2179921"/>
            <a:ext cx="3625433" cy="208823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B69589C-2A61-3FDC-B2C6-42C8986F637B}"/>
              </a:ext>
            </a:extLst>
          </p:cNvPr>
          <p:cNvSpPr/>
          <p:nvPr/>
        </p:nvSpPr>
        <p:spPr>
          <a:xfrm>
            <a:off x="335360" y="4365104"/>
            <a:ext cx="36254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>
                <a:latin typeface="GuardianTextEgyptian"/>
              </a:rPr>
              <a:t>Correlation ≈ 1</a:t>
            </a:r>
            <a:br>
              <a:rPr lang="en-GB" b="1">
                <a:latin typeface="GuardianTextEgyptian"/>
              </a:rPr>
            </a:br>
            <a:r>
              <a:rPr lang="en-GB">
                <a:latin typeface="GuardianTextEgyptian"/>
              </a:rPr>
              <a:t>Strong positive relationship</a:t>
            </a:r>
            <a:endParaRPr lang="en-B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D81CFA-BE94-DFE7-959C-DDCBAF71A4A5}"/>
              </a:ext>
            </a:extLst>
          </p:cNvPr>
          <p:cNvSpPr/>
          <p:nvPr/>
        </p:nvSpPr>
        <p:spPr>
          <a:xfrm>
            <a:off x="4079776" y="4365104"/>
            <a:ext cx="36254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>
                <a:latin typeface="GuardianTextEgyptian"/>
              </a:rPr>
              <a:t>Correlation ≈ 0</a:t>
            </a:r>
          </a:p>
          <a:p>
            <a:pPr algn="ctr"/>
            <a:r>
              <a:rPr lang="en-GB">
                <a:latin typeface="GuardianTextEgyptian"/>
              </a:rPr>
              <a:t>No relationship</a:t>
            </a:r>
            <a:endParaRPr lang="en-B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509711-4DBC-F410-A27A-FD22AE431DE2}"/>
              </a:ext>
            </a:extLst>
          </p:cNvPr>
          <p:cNvSpPr/>
          <p:nvPr/>
        </p:nvSpPr>
        <p:spPr>
          <a:xfrm>
            <a:off x="7824192" y="4365104"/>
            <a:ext cx="36254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>
                <a:latin typeface="GuardianTextEgyptian"/>
              </a:rPr>
              <a:t>Correlation ≈ -1</a:t>
            </a:r>
          </a:p>
          <a:p>
            <a:pPr algn="ctr"/>
            <a:r>
              <a:rPr lang="en-GB">
                <a:latin typeface="GuardianTextEgyptian"/>
              </a:rPr>
              <a:t>Strong negative relationship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6694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4488E-3F71-028E-0DAA-3FAA8FBE3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Storytelling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D5D03-3AF9-785C-18CC-4C55D3A95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out Hans </a:t>
            </a:r>
            <a:r>
              <a:rPr lang="en-US" dirty="0" err="1"/>
              <a:t>Rosling</a:t>
            </a:r>
            <a:r>
              <a:rPr lang="en-US" dirty="0"/>
              <a:t>:</a:t>
            </a:r>
          </a:p>
          <a:p>
            <a:r>
              <a:rPr lang="en-BE" dirty="0"/>
              <a:t>Let my dataset change your mindset - </a:t>
            </a:r>
            <a:r>
              <a:rPr lang="en-BE" dirty="0">
                <a:hlinkClick r:id="rId2"/>
              </a:rPr>
              <a:t>link</a:t>
            </a:r>
            <a:endParaRPr lang="en-BE" dirty="0"/>
          </a:p>
          <a:p>
            <a:r>
              <a:rPr lang="en-BE" dirty="0"/>
              <a:t>T</a:t>
            </a:r>
            <a:r>
              <a:rPr lang="en-GB" dirty="0"/>
              <a:t>h</a:t>
            </a:r>
            <a:r>
              <a:rPr lang="en-BE" dirty="0"/>
              <a:t>e best stats you’ve ever seen – </a:t>
            </a:r>
            <a:r>
              <a:rPr lang="en-BE" dirty="0">
                <a:hlinkClick r:id="rId3"/>
              </a:rPr>
              <a:t>link</a:t>
            </a:r>
            <a:endParaRPr lang="en-BE" dirty="0"/>
          </a:p>
          <a:p>
            <a:r>
              <a:rPr lang="en-BE" dirty="0"/>
              <a:t>How not to be ignorant about the world - </a:t>
            </a:r>
            <a:r>
              <a:rPr lang="en-BE" dirty="0">
                <a:hlinkClick r:id="rId4"/>
              </a:rPr>
              <a:t>link</a:t>
            </a:r>
            <a:endParaRPr lang="en-BE" dirty="0"/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151111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33778-9316-6EA1-83D7-264BE5950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Virtual Environments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EBC15-D15B-DFA8-3FCE-F6589193E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project you do goes in its own personal virtual environment</a:t>
            </a:r>
          </a:p>
          <a:p>
            <a:r>
              <a:rPr lang="en-US" dirty="0"/>
              <a:t>Never in the main environment unless it uses no libraries</a:t>
            </a:r>
          </a:p>
          <a:p>
            <a:r>
              <a:rPr lang="en-US" dirty="0"/>
              <a:t>When using git (which you are) only upload requirements.txt, not the </a:t>
            </a:r>
            <a:r>
              <a:rPr lang="en-US" dirty="0" err="1"/>
              <a:t>venv</a:t>
            </a:r>
            <a:r>
              <a:rPr lang="en-US" dirty="0"/>
              <a:t>-folder</a:t>
            </a:r>
          </a:p>
          <a:p>
            <a:endParaRPr lang="en-US" dirty="0"/>
          </a:p>
          <a:p>
            <a:r>
              <a:rPr lang="en-US" dirty="0"/>
              <a:t>In your project:</a:t>
            </a:r>
          </a:p>
          <a:p>
            <a:pPr lvl="1"/>
            <a:r>
              <a:rPr lang="en-US" dirty="0"/>
              <a:t>One git repo, one requirements.txt (updated)</a:t>
            </a:r>
          </a:p>
          <a:p>
            <a:pPr lvl="1"/>
            <a:r>
              <a:rPr lang="en-US" dirty="0"/>
              <a:t>One </a:t>
            </a:r>
            <a:r>
              <a:rPr lang="en-US" dirty="0" err="1"/>
              <a:t>venv</a:t>
            </a:r>
            <a:r>
              <a:rPr lang="en-US" dirty="0"/>
              <a:t> per student</a:t>
            </a:r>
          </a:p>
        </p:txBody>
      </p:sp>
    </p:spTree>
    <p:extLst>
      <p:ext uri="{BB962C8B-B14F-4D97-AF65-F5344CB8AC3E}">
        <p14:creationId xmlns:p14="http://schemas.microsoft.com/office/powerpoint/2010/main" val="3260732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367</Words>
  <Application>Microsoft Office PowerPoint</Application>
  <PresentationFormat>Widescreen</PresentationFormat>
  <Paragraphs>95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GuardianTextEgyptian</vt:lpstr>
      <vt:lpstr>Verdana</vt:lpstr>
      <vt:lpstr>Office Theme</vt:lpstr>
      <vt:lpstr>Introduction to machine learning</vt:lpstr>
      <vt:lpstr>Understand the data: data science</vt:lpstr>
      <vt:lpstr>Recap: Histogram and boxplot</vt:lpstr>
      <vt:lpstr>Recap: Mean and median</vt:lpstr>
      <vt:lpstr>Recap: Exploratory data analysis</vt:lpstr>
      <vt:lpstr>Recap: Exploring variation</vt:lpstr>
      <vt:lpstr>Recap: Exploring covariation</vt:lpstr>
      <vt:lpstr>Recap: Covariance and correlation</vt:lpstr>
      <vt:lpstr>Storytelling</vt:lpstr>
      <vt:lpstr>Recap: Virtual Environments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Jochen Mariën</dc:creator>
  <cp:lastModifiedBy>Jochen Mariën</cp:lastModifiedBy>
  <cp:revision>1</cp:revision>
  <dcterms:created xsi:type="dcterms:W3CDTF">2023-03-31T12:24:33Z</dcterms:created>
  <dcterms:modified xsi:type="dcterms:W3CDTF">2025-09-23T13:39:39Z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2023-03-31T12:24:42Z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ebed1cc2-fa97-4d0b-8b5f-a93d1cca39f5</vt:lpwstr>
  </property>
  <property fmtid="{D5CDD505-2E9C-101B-9397-08002B2CF9AE}" pid="8" name="MSIP_Label_c337be75-dfbb-4261-9834-ac247c7dde13_ContentBits">
    <vt:lpwstr>0</vt:lpwstr>
  </property>
</Properties>
</file>