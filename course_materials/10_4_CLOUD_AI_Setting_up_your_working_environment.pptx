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58" r:id="rId3"/>
    <p:sldId id="259" r:id="rId4"/>
    <p:sldId id="267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9" r:id="rId14"/>
    <p:sldId id="270" r:id="rId15"/>
    <p:sldId id="271" r:id="rId16"/>
    <p:sldId id="273" r:id="rId17"/>
    <p:sldId id="274" r:id="rId18"/>
    <p:sldId id="272" r:id="rId19"/>
    <p:sldId id="275" r:id="rId20"/>
    <p:sldId id="276" r:id="rId21"/>
    <p:sldId id="277" r:id="rId22"/>
    <p:sldId id="278" r:id="rId23"/>
    <p:sldId id="279" r:id="rId24"/>
    <p:sldId id="293" r:id="rId25"/>
    <p:sldId id="280" r:id="rId26"/>
    <p:sldId id="281" r:id="rId27"/>
    <p:sldId id="282" r:id="rId28"/>
    <p:sldId id="283" r:id="rId29"/>
    <p:sldId id="284" r:id="rId30"/>
    <p:sldId id="287" r:id="rId31"/>
    <p:sldId id="286" r:id="rId32"/>
    <p:sldId id="285" r:id="rId33"/>
    <p:sldId id="289" r:id="rId34"/>
    <p:sldId id="290" r:id="rId35"/>
    <p:sldId id="292" r:id="rId36"/>
    <p:sldId id="291" r:id="rId37"/>
    <p:sldId id="288" r:id="rId38"/>
  </p:sldIdLst>
  <p:sldSz cx="12192000" cy="6858000"/>
  <p:notesSz cx="6858000" cy="9144000"/>
  <p:custDataLst>
    <p:tags r:id="rId41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EFD49-6523-0809-E41F-E9360D32733C}" name="Jochen Mariën" initials="JM" userId="Jochen Mariën" providerId="None"/>
  <p188:author id="{56006A5D-2BC8-644D-AE5E-6AFA2A293A8E}" name="Ellen Torfs" initials="ET" userId="S::u0068049@thomasmore.be::c6aa1e10-4a12-4511-8c7c-135720d4f2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3E776E-EAA8-4F11-AA36-50B925B17ED9}" v="1" dt="2025-09-23T13:54:51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005" autoAdjust="0"/>
  </p:normalViewPr>
  <p:slideViewPr>
    <p:cSldViewPr snapToGrid="0">
      <p:cViewPr varScale="1">
        <p:scale>
          <a:sx n="84" d="100"/>
          <a:sy n="84" d="100"/>
        </p:scale>
        <p:origin x="159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hen Mariën" userId="a4f8d9ed-3895-4365-b2d5-9432cb8a20d4" providerId="ADAL" clId="{305E673F-BED6-42CE-BBBA-7EA62AFC0594}"/>
    <pc:docChg chg="undo redo custSel addSld modSld sldOrd modSection">
      <pc:chgData name="Jochen Mariën" userId="a4f8d9ed-3895-4365-b2d5-9432cb8a20d4" providerId="ADAL" clId="{305E673F-BED6-42CE-BBBA-7EA62AFC0594}" dt="2022-03-23T15:22:36.604" v="2022" actId="20577"/>
      <pc:docMkLst>
        <pc:docMk/>
      </pc:docMkLst>
      <pc:sldChg chg="delCm">
        <pc:chgData name="Jochen Mariën" userId="a4f8d9ed-3895-4365-b2d5-9432cb8a20d4" providerId="ADAL" clId="{305E673F-BED6-42CE-BBBA-7EA62AFC0594}" dt="2022-03-23T15:21:10.831" v="1875"/>
        <pc:sldMkLst>
          <pc:docMk/>
          <pc:sldMk cId="115509626" sldId="271"/>
        </pc:sldMkLst>
      </pc:sldChg>
      <pc:sldChg chg="modSp mod">
        <pc:chgData name="Jochen Mariën" userId="a4f8d9ed-3895-4365-b2d5-9432cb8a20d4" providerId="ADAL" clId="{305E673F-BED6-42CE-BBBA-7EA62AFC0594}" dt="2022-03-23T15:22:36.604" v="2022" actId="20577"/>
        <pc:sldMkLst>
          <pc:docMk/>
          <pc:sldMk cId="1413218804" sldId="272"/>
        </pc:sldMkLst>
      </pc:sldChg>
      <pc:sldChg chg="modSp mod">
        <pc:chgData name="Jochen Mariën" userId="a4f8d9ed-3895-4365-b2d5-9432cb8a20d4" providerId="ADAL" clId="{305E673F-BED6-42CE-BBBA-7EA62AFC0594}" dt="2022-03-23T15:20:48.401" v="1873" actId="1076"/>
        <pc:sldMkLst>
          <pc:docMk/>
          <pc:sldMk cId="4292923881" sldId="273"/>
        </pc:sldMkLst>
      </pc:sldChg>
      <pc:sldChg chg="modSp mod ord">
        <pc:chgData name="Jochen Mariën" userId="a4f8d9ed-3895-4365-b2d5-9432cb8a20d4" providerId="ADAL" clId="{305E673F-BED6-42CE-BBBA-7EA62AFC0594}" dt="2022-03-23T15:20:17.131" v="1872" actId="20577"/>
        <pc:sldMkLst>
          <pc:docMk/>
          <pc:sldMk cId="1829888262" sldId="275"/>
        </pc:sldMkLst>
      </pc:sldChg>
      <pc:sldChg chg="modSp new mod">
        <pc:chgData name="Jochen Mariën" userId="a4f8d9ed-3895-4365-b2d5-9432cb8a20d4" providerId="ADAL" clId="{305E673F-BED6-42CE-BBBA-7EA62AFC0594}" dt="2022-03-23T15:05:51.407" v="231" actId="15"/>
        <pc:sldMkLst>
          <pc:docMk/>
          <pc:sldMk cId="2263161374" sldId="276"/>
        </pc:sldMkLst>
      </pc:sldChg>
      <pc:sldChg chg="addSp delSp modSp new mod">
        <pc:chgData name="Jochen Mariën" userId="a4f8d9ed-3895-4365-b2d5-9432cb8a20d4" providerId="ADAL" clId="{305E673F-BED6-42CE-BBBA-7EA62AFC0594}" dt="2022-03-23T15:09:15.809" v="658" actId="478"/>
        <pc:sldMkLst>
          <pc:docMk/>
          <pc:sldMk cId="1047346810" sldId="277"/>
        </pc:sldMkLst>
      </pc:sldChg>
      <pc:sldChg chg="modSp new mod">
        <pc:chgData name="Jochen Mariën" userId="a4f8d9ed-3895-4365-b2d5-9432cb8a20d4" providerId="ADAL" clId="{305E673F-BED6-42CE-BBBA-7EA62AFC0594}" dt="2022-03-23T15:13:17.057" v="1159" actId="20577"/>
        <pc:sldMkLst>
          <pc:docMk/>
          <pc:sldMk cId="4061739640" sldId="278"/>
        </pc:sldMkLst>
      </pc:sldChg>
      <pc:sldChg chg="modSp new mod">
        <pc:chgData name="Jochen Mariën" userId="a4f8d9ed-3895-4365-b2d5-9432cb8a20d4" providerId="ADAL" clId="{305E673F-BED6-42CE-BBBA-7EA62AFC0594}" dt="2022-03-23T15:17:48.345" v="1485" actId="20577"/>
        <pc:sldMkLst>
          <pc:docMk/>
          <pc:sldMk cId="2753870099" sldId="279"/>
        </pc:sldMkLst>
      </pc:sldChg>
      <pc:sldChg chg="modSp new mod">
        <pc:chgData name="Jochen Mariën" userId="a4f8d9ed-3895-4365-b2d5-9432cb8a20d4" providerId="ADAL" clId="{305E673F-BED6-42CE-BBBA-7EA62AFC0594}" dt="2022-03-23T15:19:58.262" v="1858" actId="20577"/>
        <pc:sldMkLst>
          <pc:docMk/>
          <pc:sldMk cId="953451275" sldId="280"/>
        </pc:sldMkLst>
      </pc:sldChg>
    </pc:docChg>
  </pc:docChgLst>
  <pc:docChgLst>
    <pc:chgData name="Hajar Ghaem Sigarchian" userId="S::u0136336@thomasmore.be::c942b3b0-1ec9-4b5a-9958-682b211c132c" providerId="AD" clId="Web-{884F99F4-08BC-F64D-194B-747137C020EE}"/>
    <pc:docChg chg="modSld">
      <pc:chgData name="Hajar Ghaem Sigarchian" userId="S::u0136336@thomasmore.be::c942b3b0-1ec9-4b5a-9958-682b211c132c" providerId="AD" clId="Web-{884F99F4-08BC-F64D-194B-747137C020EE}" dt="2022-08-24T09:10:09.544" v="1" actId="20577"/>
      <pc:docMkLst>
        <pc:docMk/>
      </pc:docMkLst>
      <pc:sldChg chg="modSp">
        <pc:chgData name="Hajar Ghaem Sigarchian" userId="S::u0136336@thomasmore.be::c942b3b0-1ec9-4b5a-9958-682b211c132c" providerId="AD" clId="Web-{884F99F4-08BC-F64D-194B-747137C020EE}" dt="2022-08-24T09:10:09.544" v="1" actId="20577"/>
        <pc:sldMkLst>
          <pc:docMk/>
          <pc:sldMk cId="3552420801" sldId="258"/>
        </pc:sldMkLst>
      </pc:sldChg>
    </pc:docChg>
  </pc:docChgLst>
  <pc:docChgLst>
    <pc:chgData name="Ellen Torfs" userId="c6aa1e10-4a12-4511-8c7c-135720d4f277" providerId="ADAL" clId="{F63E8D1A-2D24-43BF-974C-8CD81585CF2D}"/>
    <pc:docChg chg="delSld modSld">
      <pc:chgData name="Ellen Torfs" userId="c6aa1e10-4a12-4511-8c7c-135720d4f277" providerId="ADAL" clId="{F63E8D1A-2D24-43BF-974C-8CD81585CF2D}" dt="2023-10-19T08:13:18.294" v="129" actId="20577"/>
      <pc:docMkLst>
        <pc:docMk/>
      </pc:docMkLst>
      <pc:sldChg chg="modSp mod">
        <pc:chgData name="Ellen Torfs" userId="c6aa1e10-4a12-4511-8c7c-135720d4f277" providerId="ADAL" clId="{F63E8D1A-2D24-43BF-974C-8CD81585CF2D}" dt="2023-10-19T08:07:32.250" v="3" actId="20577"/>
        <pc:sldMkLst>
          <pc:docMk/>
          <pc:sldMk cId="54334544" sldId="256"/>
        </pc:sldMkLst>
      </pc:sldChg>
      <pc:sldChg chg="del">
        <pc:chgData name="Ellen Torfs" userId="c6aa1e10-4a12-4511-8c7c-135720d4f277" providerId="ADAL" clId="{F63E8D1A-2D24-43BF-974C-8CD81585CF2D}" dt="2023-10-19T08:08:00.376" v="4" actId="47"/>
        <pc:sldMkLst>
          <pc:docMk/>
          <pc:sldMk cId="3503501734" sldId="257"/>
        </pc:sldMkLst>
      </pc:sldChg>
      <pc:sldChg chg="modSp mod">
        <pc:chgData name="Ellen Torfs" userId="c6aa1e10-4a12-4511-8c7c-135720d4f277" providerId="ADAL" clId="{F63E8D1A-2D24-43BF-974C-8CD81585CF2D}" dt="2023-10-19T08:08:58.160" v="25" actId="20577"/>
        <pc:sldMkLst>
          <pc:docMk/>
          <pc:sldMk cId="3945943254" sldId="258"/>
        </pc:sldMkLst>
      </pc:sldChg>
      <pc:sldChg chg="modSp mod">
        <pc:chgData name="Ellen Torfs" userId="c6aa1e10-4a12-4511-8c7c-135720d4f277" providerId="ADAL" clId="{F63E8D1A-2D24-43BF-974C-8CD81585CF2D}" dt="2023-10-19T08:13:18.294" v="129" actId="20577"/>
        <pc:sldMkLst>
          <pc:docMk/>
          <pc:sldMk cId="95841179" sldId="259"/>
        </pc:sldMkLst>
      </pc:sldChg>
    </pc:docChg>
  </pc:docChgLst>
  <pc:docChgLst>
    <pc:chgData name="Jochen Mariën" userId="a4f8d9ed-3895-4365-b2d5-9432cb8a20d4" providerId="ADAL" clId="{C3230540-E25E-46B1-8987-A942D56B369C}"/>
    <pc:docChg chg="undo redo custSel addSld delSld modSld delSection">
      <pc:chgData name="Jochen Mariën" userId="a4f8d9ed-3895-4365-b2d5-9432cb8a20d4" providerId="ADAL" clId="{C3230540-E25E-46B1-8987-A942D56B369C}" dt="2023-11-07T10:45:00.453" v="13740" actId="20577"/>
      <pc:docMkLst>
        <pc:docMk/>
      </pc:docMkLst>
      <pc:sldChg chg="modSp mod">
        <pc:chgData name="Jochen Mariën" userId="a4f8d9ed-3895-4365-b2d5-9432cb8a20d4" providerId="ADAL" clId="{C3230540-E25E-46B1-8987-A942D56B369C}" dt="2023-10-19T07:28:07.345" v="50" actId="20577"/>
        <pc:sldMkLst>
          <pc:docMk/>
          <pc:sldMk cId="54334544" sldId="25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552420801" sldId="258"/>
        </pc:sldMkLst>
      </pc:sldChg>
      <pc:sldChg chg="modSp new mod">
        <pc:chgData name="Jochen Mariën" userId="a4f8d9ed-3895-4365-b2d5-9432cb8a20d4" providerId="ADAL" clId="{C3230540-E25E-46B1-8987-A942D56B369C}" dt="2023-10-23T10:32:22.075" v="12074" actId="20577"/>
        <pc:sldMkLst>
          <pc:docMk/>
          <pc:sldMk cId="3945943254" sldId="258"/>
        </pc:sldMkLst>
      </pc:sldChg>
      <pc:sldChg chg="modSp new mod">
        <pc:chgData name="Jochen Mariën" userId="a4f8d9ed-3895-4365-b2d5-9432cb8a20d4" providerId="ADAL" clId="{C3230540-E25E-46B1-8987-A942D56B369C}" dt="2023-10-19T08:01:05.308" v="931" actId="20577"/>
        <pc:sldMkLst>
          <pc:docMk/>
          <pc:sldMk cId="95841179" sldId="259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973088971" sldId="259"/>
        </pc:sldMkLst>
      </pc:sldChg>
      <pc:sldChg chg="addSp delSp modSp new mod">
        <pc:chgData name="Jochen Mariën" userId="a4f8d9ed-3895-4365-b2d5-9432cb8a20d4" providerId="ADAL" clId="{C3230540-E25E-46B1-8987-A942D56B369C}" dt="2023-10-23T10:07:09.241" v="10241" actId="20577"/>
        <pc:sldMkLst>
          <pc:docMk/>
          <pc:sldMk cId="705750504" sldId="26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813512616" sldId="260"/>
        </pc:sldMkLst>
      </pc:sldChg>
      <pc:sldChg chg="addSp modSp new mod">
        <pc:chgData name="Jochen Mariën" userId="a4f8d9ed-3895-4365-b2d5-9432cb8a20d4" providerId="ADAL" clId="{C3230540-E25E-46B1-8987-A942D56B369C}" dt="2023-10-19T08:16:45.473" v="1162" actId="1076"/>
        <pc:sldMkLst>
          <pc:docMk/>
          <pc:sldMk cId="548309504" sldId="26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146365000" sldId="26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205771123" sldId="262"/>
        </pc:sldMkLst>
      </pc:sldChg>
      <pc:sldChg chg="addSp modSp new mod">
        <pc:chgData name="Jochen Mariën" userId="a4f8d9ed-3895-4365-b2d5-9432cb8a20d4" providerId="ADAL" clId="{C3230540-E25E-46B1-8987-A942D56B369C}" dt="2023-10-19T08:18:24.310" v="1253"/>
        <pc:sldMkLst>
          <pc:docMk/>
          <pc:sldMk cId="3234240605" sldId="262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876488423" sldId="263"/>
        </pc:sldMkLst>
      </pc:sldChg>
      <pc:sldChg chg="addSp modSp new mod">
        <pc:chgData name="Jochen Mariën" userId="a4f8d9ed-3895-4365-b2d5-9432cb8a20d4" providerId="ADAL" clId="{C3230540-E25E-46B1-8987-A942D56B369C}" dt="2023-10-19T08:18:26.576" v="1254"/>
        <pc:sldMkLst>
          <pc:docMk/>
          <pc:sldMk cId="910467846" sldId="26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13917546" sldId="264"/>
        </pc:sldMkLst>
      </pc:sldChg>
      <pc:sldChg chg="modSp new mod modNotesTx">
        <pc:chgData name="Jochen Mariën" userId="a4f8d9ed-3895-4365-b2d5-9432cb8a20d4" providerId="ADAL" clId="{C3230540-E25E-46B1-8987-A942D56B369C}" dt="2023-10-19T13:13:41.499" v="3404" actId="20577"/>
        <pc:sldMkLst>
          <pc:docMk/>
          <pc:sldMk cId="2394023289" sldId="264"/>
        </pc:sldMkLst>
      </pc:sldChg>
      <pc:sldChg chg="modSp new mod">
        <pc:chgData name="Jochen Mariën" userId="a4f8d9ed-3895-4365-b2d5-9432cb8a20d4" providerId="ADAL" clId="{C3230540-E25E-46B1-8987-A942D56B369C}" dt="2023-10-19T12:31:47.708" v="2053" actId="20577"/>
        <pc:sldMkLst>
          <pc:docMk/>
          <pc:sldMk cId="2922947071" sldId="265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3545594292" sldId="265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311075334" sldId="266"/>
        </pc:sldMkLst>
      </pc:sldChg>
      <pc:sldChg chg="addSp modSp new mod">
        <pc:chgData name="Jochen Mariën" userId="a4f8d9ed-3895-4365-b2d5-9432cb8a20d4" providerId="ADAL" clId="{C3230540-E25E-46B1-8987-A942D56B369C}" dt="2023-10-19T13:23:00.959" v="4152" actId="20577"/>
        <pc:sldMkLst>
          <pc:docMk/>
          <pc:sldMk cId="2811044997" sldId="26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25194023" sldId="267"/>
        </pc:sldMkLst>
      </pc:sldChg>
      <pc:sldChg chg="modSp new mod modNotesTx">
        <pc:chgData name="Jochen Mariën" userId="a4f8d9ed-3895-4365-b2d5-9432cb8a20d4" providerId="ADAL" clId="{C3230540-E25E-46B1-8987-A942D56B369C}" dt="2023-10-19T13:00:47.343" v="3397" actId="20577"/>
        <pc:sldMkLst>
          <pc:docMk/>
          <pc:sldMk cId="3536898152" sldId="267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933814863" sldId="268"/>
        </pc:sldMkLst>
      </pc:sldChg>
      <pc:sldChg chg="addSp modSp new mod">
        <pc:chgData name="Jochen Mariën" userId="a4f8d9ed-3895-4365-b2d5-9432cb8a20d4" providerId="ADAL" clId="{C3230540-E25E-46B1-8987-A942D56B369C}" dt="2023-10-19T13:19:17.711" v="3847" actId="20577"/>
        <pc:sldMkLst>
          <pc:docMk/>
          <pc:sldMk cId="3906571617" sldId="268"/>
        </pc:sldMkLst>
      </pc:sldChg>
      <pc:sldChg chg="addSp modSp new mod">
        <pc:chgData name="Jochen Mariën" userId="a4f8d9ed-3895-4365-b2d5-9432cb8a20d4" providerId="ADAL" clId="{C3230540-E25E-46B1-8987-A942D56B369C}" dt="2023-10-19T13:32:56.791" v="4758" actId="20577"/>
        <pc:sldMkLst>
          <pc:docMk/>
          <pc:sldMk cId="1738113365" sldId="269"/>
        </pc:sldMkLst>
      </pc:sldChg>
      <pc:sldChg chg="addSp modSp new mod">
        <pc:chgData name="Jochen Mariën" userId="a4f8d9ed-3895-4365-b2d5-9432cb8a20d4" providerId="ADAL" clId="{C3230540-E25E-46B1-8987-A942D56B369C}" dt="2023-10-19T13:54:44.596" v="5046" actId="14100"/>
        <pc:sldMkLst>
          <pc:docMk/>
          <pc:sldMk cId="484120886" sldId="27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116537878" sldId="27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15509626" sldId="271"/>
        </pc:sldMkLst>
      </pc:sldChg>
      <pc:sldChg chg="addSp modSp new mod">
        <pc:chgData name="Jochen Mariën" userId="a4f8d9ed-3895-4365-b2d5-9432cb8a20d4" providerId="ADAL" clId="{C3230540-E25E-46B1-8987-A942D56B369C}" dt="2023-10-19T13:56:40.357" v="5281" actId="20577"/>
        <pc:sldMkLst>
          <pc:docMk/>
          <pc:sldMk cId="1038663596" sldId="271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413218804" sldId="272"/>
        </pc:sldMkLst>
      </pc:sldChg>
      <pc:sldChg chg="addSp modSp new mod">
        <pc:chgData name="Jochen Mariën" userId="a4f8d9ed-3895-4365-b2d5-9432cb8a20d4" providerId="ADAL" clId="{C3230540-E25E-46B1-8987-A942D56B369C}" dt="2023-10-20T11:53:16.815" v="6303" actId="1076"/>
        <pc:sldMkLst>
          <pc:docMk/>
          <pc:sldMk cId="4044175036" sldId="272"/>
        </pc:sldMkLst>
      </pc:sldChg>
      <pc:sldChg chg="addSp modSp new mod">
        <pc:chgData name="Jochen Mariën" userId="a4f8d9ed-3895-4365-b2d5-9432cb8a20d4" providerId="ADAL" clId="{C3230540-E25E-46B1-8987-A942D56B369C}" dt="2023-10-20T11:48:25.132" v="5690" actId="1076"/>
        <pc:sldMkLst>
          <pc:docMk/>
          <pc:sldMk cId="4096431853" sldId="27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292923881" sldId="273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06309756" sldId="274"/>
        </pc:sldMkLst>
      </pc:sldChg>
      <pc:sldChg chg="addSp modSp new mod">
        <pc:chgData name="Jochen Mariën" userId="a4f8d9ed-3895-4365-b2d5-9432cb8a20d4" providerId="ADAL" clId="{C3230540-E25E-46B1-8987-A942D56B369C}" dt="2023-10-20T11:50:17.739" v="5969" actId="1076"/>
        <pc:sldMkLst>
          <pc:docMk/>
          <pc:sldMk cId="1685474505" sldId="274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829888262" sldId="275"/>
        </pc:sldMkLst>
      </pc:sldChg>
      <pc:sldChg chg="addSp modSp new mod">
        <pc:chgData name="Jochen Mariën" userId="a4f8d9ed-3895-4365-b2d5-9432cb8a20d4" providerId="ADAL" clId="{C3230540-E25E-46B1-8987-A942D56B369C}" dt="2023-10-20T11:58:13.034" v="7005" actId="1076"/>
        <pc:sldMkLst>
          <pc:docMk/>
          <pc:sldMk cId="2021073229" sldId="275"/>
        </pc:sldMkLst>
      </pc:sldChg>
      <pc:sldChg chg="addSp modSp new mod">
        <pc:chgData name="Jochen Mariën" userId="a4f8d9ed-3895-4365-b2d5-9432cb8a20d4" providerId="ADAL" clId="{C3230540-E25E-46B1-8987-A942D56B369C}" dt="2023-10-20T11:59:48.241" v="7332" actId="20577"/>
        <pc:sldMkLst>
          <pc:docMk/>
          <pc:sldMk cId="969868697" sldId="27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263161374" sldId="276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1047346810" sldId="277"/>
        </pc:sldMkLst>
      </pc:sldChg>
      <pc:sldChg chg="addSp delSp modSp new mod">
        <pc:chgData name="Jochen Mariën" userId="a4f8d9ed-3895-4365-b2d5-9432cb8a20d4" providerId="ADAL" clId="{C3230540-E25E-46B1-8987-A942D56B369C}" dt="2023-10-20T12:02:28.606" v="7805" actId="20577"/>
        <pc:sldMkLst>
          <pc:docMk/>
          <pc:sldMk cId="2386503922" sldId="277"/>
        </pc:sldMkLst>
      </pc:sldChg>
      <pc:sldChg chg="addSp modSp new mod">
        <pc:chgData name="Jochen Mariën" userId="a4f8d9ed-3895-4365-b2d5-9432cb8a20d4" providerId="ADAL" clId="{C3230540-E25E-46B1-8987-A942D56B369C}" dt="2023-10-20T12:07:05.669" v="8238" actId="14100"/>
        <pc:sldMkLst>
          <pc:docMk/>
          <pc:sldMk cId="80872399" sldId="278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4061739640" sldId="278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2753870099" sldId="279"/>
        </pc:sldMkLst>
      </pc:sldChg>
      <pc:sldChg chg="modSp new mod">
        <pc:chgData name="Jochen Mariën" userId="a4f8d9ed-3895-4365-b2d5-9432cb8a20d4" providerId="ADAL" clId="{C3230540-E25E-46B1-8987-A942D56B369C}" dt="2023-10-20T12:08:39.620" v="8529" actId="20577"/>
        <pc:sldMkLst>
          <pc:docMk/>
          <pc:sldMk cId="3919947077" sldId="279"/>
        </pc:sldMkLst>
      </pc:sldChg>
      <pc:sldChg chg="addSp modSp new mod">
        <pc:chgData name="Jochen Mariën" userId="a4f8d9ed-3895-4365-b2d5-9432cb8a20d4" providerId="ADAL" clId="{C3230540-E25E-46B1-8987-A942D56B369C}" dt="2023-10-20T14:04:16.683" v="8890" actId="1076"/>
        <pc:sldMkLst>
          <pc:docMk/>
          <pc:sldMk cId="642709238" sldId="280"/>
        </pc:sldMkLst>
      </pc:sldChg>
      <pc:sldChg chg="del">
        <pc:chgData name="Jochen Mariën" userId="a4f8d9ed-3895-4365-b2d5-9432cb8a20d4" providerId="ADAL" clId="{C3230540-E25E-46B1-8987-A942D56B369C}" dt="2023-10-19T07:28:27.385" v="52" actId="47"/>
        <pc:sldMkLst>
          <pc:docMk/>
          <pc:sldMk cId="953451275" sldId="280"/>
        </pc:sldMkLst>
      </pc:sldChg>
      <pc:sldChg chg="addSp modSp new mod modNotesTx">
        <pc:chgData name="Jochen Mariën" userId="a4f8d9ed-3895-4365-b2d5-9432cb8a20d4" providerId="ADAL" clId="{C3230540-E25E-46B1-8987-A942D56B369C}" dt="2023-10-20T14:09:10.377" v="9717" actId="20577"/>
        <pc:sldMkLst>
          <pc:docMk/>
          <pc:sldMk cId="3358065200" sldId="281"/>
        </pc:sldMkLst>
      </pc:sldChg>
      <pc:sldChg chg="addSp modSp new mod modNotesTx">
        <pc:chgData name="Jochen Mariën" userId="a4f8d9ed-3895-4365-b2d5-9432cb8a20d4" providerId="ADAL" clId="{C3230540-E25E-46B1-8987-A942D56B369C}" dt="2023-11-07T10:45:00.453" v="13740" actId="20577"/>
        <pc:sldMkLst>
          <pc:docMk/>
          <pc:sldMk cId="2416245650" sldId="282"/>
        </pc:sldMkLst>
      </pc:sldChg>
      <pc:sldChg chg="addSp modSp new mod">
        <pc:chgData name="Jochen Mariën" userId="a4f8d9ed-3895-4365-b2d5-9432cb8a20d4" providerId="ADAL" clId="{C3230540-E25E-46B1-8987-A942D56B369C}" dt="2023-10-20T15:05:12.870" v="10183" actId="20577"/>
        <pc:sldMkLst>
          <pc:docMk/>
          <pc:sldMk cId="1431986146" sldId="283"/>
        </pc:sldMkLst>
      </pc:sldChg>
      <pc:sldChg chg="addSp modSp new mod">
        <pc:chgData name="Jochen Mariën" userId="a4f8d9ed-3895-4365-b2d5-9432cb8a20d4" providerId="ADAL" clId="{C3230540-E25E-46B1-8987-A942D56B369C}" dt="2023-10-23T10:12:05.487" v="10684" actId="1076"/>
        <pc:sldMkLst>
          <pc:docMk/>
          <pc:sldMk cId="3403620141" sldId="284"/>
        </pc:sldMkLst>
      </pc:sldChg>
      <pc:sldChg chg="addSp modSp new mod">
        <pc:chgData name="Jochen Mariën" userId="a4f8d9ed-3895-4365-b2d5-9432cb8a20d4" providerId="ADAL" clId="{C3230540-E25E-46B1-8987-A942D56B369C}" dt="2023-10-23T10:31:39.383" v="11970" actId="1076"/>
        <pc:sldMkLst>
          <pc:docMk/>
          <pc:sldMk cId="250274307" sldId="285"/>
        </pc:sldMkLst>
      </pc:sldChg>
      <pc:sldChg chg="modSp new mod">
        <pc:chgData name="Jochen Mariën" userId="a4f8d9ed-3895-4365-b2d5-9432cb8a20d4" providerId="ADAL" clId="{C3230540-E25E-46B1-8987-A942D56B369C}" dt="2023-10-23T10:29:22.360" v="11669" actId="20577"/>
        <pc:sldMkLst>
          <pc:docMk/>
          <pc:sldMk cId="1281472329" sldId="286"/>
        </pc:sldMkLst>
      </pc:sldChg>
      <pc:sldChg chg="modSp new mod">
        <pc:chgData name="Jochen Mariën" userId="a4f8d9ed-3895-4365-b2d5-9432cb8a20d4" providerId="ADAL" clId="{C3230540-E25E-46B1-8987-A942D56B369C}" dt="2023-10-23T10:17:53.911" v="11299" actId="20577"/>
        <pc:sldMkLst>
          <pc:docMk/>
          <pc:sldMk cId="2760852640" sldId="287"/>
        </pc:sldMkLst>
      </pc:sldChg>
      <pc:sldChg chg="modSp new mod">
        <pc:chgData name="Jochen Mariën" userId="a4f8d9ed-3895-4365-b2d5-9432cb8a20d4" providerId="ADAL" clId="{C3230540-E25E-46B1-8987-A942D56B369C}" dt="2023-10-23T11:43:03.480" v="13579" actId="20577"/>
        <pc:sldMkLst>
          <pc:docMk/>
          <pc:sldMk cId="2853392020" sldId="288"/>
        </pc:sldMkLst>
      </pc:sldChg>
      <pc:sldChg chg="modSp new mod">
        <pc:chgData name="Jochen Mariën" userId="a4f8d9ed-3895-4365-b2d5-9432cb8a20d4" providerId="ADAL" clId="{C3230540-E25E-46B1-8987-A942D56B369C}" dt="2023-10-23T11:24:32.404" v="12520" actId="20577"/>
        <pc:sldMkLst>
          <pc:docMk/>
          <pc:sldMk cId="104264709" sldId="289"/>
        </pc:sldMkLst>
      </pc:sldChg>
      <pc:sldChg chg="addSp delSp modSp new mod">
        <pc:chgData name="Jochen Mariën" userId="a4f8d9ed-3895-4365-b2d5-9432cb8a20d4" providerId="ADAL" clId="{C3230540-E25E-46B1-8987-A942D56B369C}" dt="2023-10-23T11:27:21.616" v="12972" actId="20577"/>
        <pc:sldMkLst>
          <pc:docMk/>
          <pc:sldMk cId="2305997284" sldId="290"/>
        </pc:sldMkLst>
      </pc:sldChg>
      <pc:sldChg chg="addSp modSp new mod">
        <pc:chgData name="Jochen Mariën" userId="a4f8d9ed-3895-4365-b2d5-9432cb8a20d4" providerId="ADAL" clId="{C3230540-E25E-46B1-8987-A942D56B369C}" dt="2023-10-23T11:38:39.333" v="13270" actId="20577"/>
        <pc:sldMkLst>
          <pc:docMk/>
          <pc:sldMk cId="2191673249" sldId="291"/>
        </pc:sldMkLst>
      </pc:sldChg>
      <pc:sldChg chg="addSp delSp modSp new mod">
        <pc:chgData name="Jochen Mariën" userId="a4f8d9ed-3895-4365-b2d5-9432cb8a20d4" providerId="ADAL" clId="{C3230540-E25E-46B1-8987-A942D56B369C}" dt="2023-10-25T08:07:35.627" v="13659" actId="1076"/>
        <pc:sldMkLst>
          <pc:docMk/>
          <pc:sldMk cId="3830839069" sldId="292"/>
        </pc:sldMkLst>
      </pc:sldChg>
    </pc:docChg>
  </pc:docChgLst>
  <pc:docChgLst>
    <pc:chgData name="Christel Maes" userId="7e61469a-7c21-464c-bace-a1bda262211a" providerId="ADAL" clId="{87FE1885-60B7-40AF-827E-9207F68EA3B2}"/>
    <pc:docChg chg="custSel delSld modSld">
      <pc:chgData name="Christel Maes" userId="7e61469a-7c21-464c-bace-a1bda262211a" providerId="ADAL" clId="{87FE1885-60B7-40AF-827E-9207F68EA3B2}" dt="2019-09-04T13:45:00.670" v="144" actId="6549"/>
      <pc:docMkLst>
        <pc:docMk/>
      </pc:docMkLst>
      <pc:sldChg chg="modSp">
        <pc:chgData name="Christel Maes" userId="7e61469a-7c21-464c-bace-a1bda262211a" providerId="ADAL" clId="{87FE1885-60B7-40AF-827E-9207F68EA3B2}" dt="2019-09-04T13:45:00.670" v="144" actId="6549"/>
        <pc:sldMkLst>
          <pc:docMk/>
          <pc:sldMk cId="1055868665" sldId="257"/>
        </pc:sldMkLst>
      </pc:sldChg>
      <pc:sldChg chg="modSp">
        <pc:chgData name="Christel Maes" userId="7e61469a-7c21-464c-bace-a1bda262211a" providerId="ADAL" clId="{87FE1885-60B7-40AF-827E-9207F68EA3B2}" dt="2019-09-04T13:43:24.762" v="105" actId="20577"/>
        <pc:sldMkLst>
          <pc:docMk/>
          <pc:sldMk cId="556707363" sldId="265"/>
        </pc:sldMkLst>
      </pc:sldChg>
      <pc:sldChg chg="del">
        <pc:chgData name="Christel Maes" userId="7e61469a-7c21-464c-bace-a1bda262211a" providerId="ADAL" clId="{87FE1885-60B7-40AF-827E-9207F68EA3B2}" dt="2019-09-04T13:43:35.120" v="106" actId="2696"/>
        <pc:sldMkLst>
          <pc:docMk/>
          <pc:sldMk cId="3728208910" sldId="266"/>
        </pc:sldMkLst>
      </pc:sldChg>
      <pc:sldChg chg="modSp">
        <pc:chgData name="Christel Maes" userId="7e61469a-7c21-464c-bace-a1bda262211a" providerId="ADAL" clId="{87FE1885-60B7-40AF-827E-9207F68EA3B2}" dt="2019-09-04T13:44:43.963" v="135" actId="20577"/>
        <pc:sldMkLst>
          <pc:docMk/>
          <pc:sldMk cId="2513866126" sldId="267"/>
        </pc:sldMkLst>
      </pc:sldChg>
    </pc:docChg>
  </pc:docChgLst>
  <pc:docChgLst>
    <pc:chgData name="Ellen Torfs" userId="c6aa1e10-4a12-4511-8c7c-135720d4f277" providerId="ADAL" clId="{AF5A798E-864C-4093-9DDB-CD4D88C45631}"/>
    <pc:docChg chg="undo custSel addSld delSld modSld modSection">
      <pc:chgData name="Ellen Torfs" userId="c6aa1e10-4a12-4511-8c7c-135720d4f277" providerId="ADAL" clId="{AF5A798E-864C-4093-9DDB-CD4D88C45631}" dt="2022-02-14T13:15:26.900" v="1729"/>
      <pc:docMkLst>
        <pc:docMk/>
      </pc:docMkLst>
      <pc:sldChg chg="modNotesTx">
        <pc:chgData name="Ellen Torfs" userId="c6aa1e10-4a12-4511-8c7c-135720d4f277" providerId="ADAL" clId="{AF5A798E-864C-4093-9DDB-CD4D88C45631}" dt="2022-02-14T12:11:13.172" v="13" actId="20577"/>
        <pc:sldMkLst>
          <pc:docMk/>
          <pc:sldMk cId="3503501734" sldId="257"/>
        </pc:sldMkLst>
      </pc:sldChg>
      <pc:sldChg chg="addCm">
        <pc:chgData name="Ellen Torfs" userId="c6aa1e10-4a12-4511-8c7c-135720d4f277" providerId="ADAL" clId="{AF5A798E-864C-4093-9DDB-CD4D88C45631}" dt="2022-02-14T13:15:26.900" v="1729"/>
        <pc:sldMkLst>
          <pc:docMk/>
          <pc:sldMk cId="2935527269" sldId="269"/>
        </pc:sldMkLst>
      </pc:sldChg>
      <pc:sldChg chg="addCm">
        <pc:chgData name="Ellen Torfs" userId="c6aa1e10-4a12-4511-8c7c-135720d4f277" providerId="ADAL" clId="{AF5A798E-864C-4093-9DDB-CD4D88C45631}" dt="2022-02-14T12:10:38.232" v="0"/>
        <pc:sldMkLst>
          <pc:docMk/>
          <pc:sldMk cId="115509626" sldId="271"/>
        </pc:sldMkLst>
      </pc:sldChg>
      <pc:sldChg chg="addSp delSp modSp new mod modNotesTx">
        <pc:chgData name="Ellen Torfs" userId="c6aa1e10-4a12-4511-8c7c-135720d4f277" providerId="ADAL" clId="{AF5A798E-864C-4093-9DDB-CD4D88C45631}" dt="2022-02-14T12:30:34.098" v="56" actId="1076"/>
        <pc:sldMkLst>
          <pc:docMk/>
          <pc:sldMk cId="106309756" sldId="274"/>
        </pc:sldMkLst>
      </pc:sldChg>
      <pc:sldChg chg="addSp delSp modSp new mod modNotesTx">
        <pc:chgData name="Ellen Torfs" userId="c6aa1e10-4a12-4511-8c7c-135720d4f277" providerId="ADAL" clId="{AF5A798E-864C-4093-9DDB-CD4D88C45631}" dt="2022-02-14T13:13:22.681" v="1728" actId="20577"/>
        <pc:sldMkLst>
          <pc:docMk/>
          <pc:sldMk cId="1829888262" sldId="275"/>
        </pc:sldMkLst>
      </pc:sldChg>
      <pc:sldChg chg="modSp new del mod">
        <pc:chgData name="Ellen Torfs" userId="c6aa1e10-4a12-4511-8c7c-135720d4f277" providerId="ADAL" clId="{AF5A798E-864C-4093-9DDB-CD4D88C45631}" dt="2022-02-14T12:40:22.315" v="99" actId="47"/>
        <pc:sldMkLst>
          <pc:docMk/>
          <pc:sldMk cId="3387478854" sldId="275"/>
        </pc:sldMkLst>
      </pc:sldChg>
    </pc:docChg>
  </pc:docChgLst>
  <pc:docChgLst>
    <pc:chgData name="Ellen Torfs" userId="c6aa1e10-4a12-4511-8c7c-135720d4f277" providerId="ADAL" clId="{9932D13E-6C5E-49FA-A144-75AC46F307EF}"/>
    <pc:docChg chg="undo custSel addSld delSld modSld sldOrd">
      <pc:chgData name="Ellen Torfs" userId="c6aa1e10-4a12-4511-8c7c-135720d4f277" providerId="ADAL" clId="{9932D13E-6C5E-49FA-A144-75AC46F307EF}" dt="2019-09-11T08:54:14.153" v="5135" actId="27636"/>
      <pc:docMkLst>
        <pc:docMk/>
      </pc:docMkLst>
      <pc:sldChg chg="modSp">
        <pc:chgData name="Ellen Torfs" userId="c6aa1e10-4a12-4511-8c7c-135720d4f277" providerId="ADAL" clId="{9932D13E-6C5E-49FA-A144-75AC46F307EF}" dt="2019-09-11T07:19:49.190" v="12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9932D13E-6C5E-49FA-A144-75AC46F307EF}" dt="2019-09-11T07:40:01.083" v="823" actId="1076"/>
        <pc:sldMkLst>
          <pc:docMk/>
          <pc:sldMk cId="1055868665" sldId="257"/>
        </pc:sldMkLst>
      </pc:sldChg>
      <pc:sldChg chg="addSp delSp modSp ord modNotesTx">
        <pc:chgData name="Ellen Torfs" userId="c6aa1e10-4a12-4511-8c7c-135720d4f277" providerId="ADAL" clId="{9932D13E-6C5E-49FA-A144-75AC46F307EF}" dt="2019-09-11T08:52:18.855" v="5016" actId="20577"/>
        <pc:sldMkLst>
          <pc:docMk/>
          <pc:sldMk cId="620147385" sldId="258"/>
        </pc:sldMkLst>
      </pc:sldChg>
      <pc:sldChg chg="del">
        <pc:chgData name="Ellen Torfs" userId="c6aa1e10-4a12-4511-8c7c-135720d4f277" providerId="ADAL" clId="{9932D13E-6C5E-49FA-A144-75AC46F307EF}" dt="2019-09-11T07:56:05.804" v="2100" actId="2696"/>
        <pc:sldMkLst>
          <pc:docMk/>
          <pc:sldMk cId="2303287502" sldId="259"/>
        </pc:sldMkLst>
      </pc:sldChg>
      <pc:sldChg chg="del">
        <pc:chgData name="Ellen Torfs" userId="c6aa1e10-4a12-4511-8c7c-135720d4f277" providerId="ADAL" clId="{9932D13E-6C5E-49FA-A144-75AC46F307EF}" dt="2019-09-11T08:06:35.910" v="2454" actId="2696"/>
        <pc:sldMkLst>
          <pc:docMk/>
          <pc:sldMk cId="1438263673" sldId="260"/>
        </pc:sldMkLst>
      </pc:sldChg>
      <pc:sldChg chg="del">
        <pc:chgData name="Ellen Torfs" userId="c6aa1e10-4a12-4511-8c7c-135720d4f277" providerId="ADAL" clId="{9932D13E-6C5E-49FA-A144-75AC46F307EF}" dt="2019-09-11T07:56:18.310" v="2101" actId="2696"/>
        <pc:sldMkLst>
          <pc:docMk/>
          <pc:sldMk cId="3855885531" sldId="261"/>
        </pc:sldMkLst>
      </pc:sldChg>
      <pc:sldChg chg="modSp ord">
        <pc:chgData name="Ellen Torfs" userId="c6aa1e10-4a12-4511-8c7c-135720d4f277" providerId="ADAL" clId="{9932D13E-6C5E-49FA-A144-75AC46F307EF}" dt="2019-09-11T08:28:29.113" v="3460" actId="20577"/>
        <pc:sldMkLst>
          <pc:docMk/>
          <pc:sldMk cId="2006118848" sldId="262"/>
        </pc:sldMkLst>
      </pc:sldChg>
      <pc:sldChg chg="ord">
        <pc:chgData name="Ellen Torfs" userId="c6aa1e10-4a12-4511-8c7c-135720d4f277" providerId="ADAL" clId="{9932D13E-6C5E-49FA-A144-75AC46F307EF}" dt="2019-09-11T08:29:15.782" v="3478" actId="27636"/>
        <pc:sldMkLst>
          <pc:docMk/>
          <pc:sldMk cId="977749703" sldId="263"/>
        </pc:sldMkLst>
      </pc:sldChg>
      <pc:sldChg chg="delSp modSp ord">
        <pc:chgData name="Ellen Torfs" userId="c6aa1e10-4a12-4511-8c7c-135720d4f277" providerId="ADAL" clId="{9932D13E-6C5E-49FA-A144-75AC46F307EF}" dt="2019-09-11T08:29:27.798" v="3481" actId="20577"/>
        <pc:sldMkLst>
          <pc:docMk/>
          <pc:sldMk cId="2290807259" sldId="264"/>
        </pc:sldMkLst>
      </pc:sldChg>
      <pc:sldChg chg="modSp">
        <pc:chgData name="Ellen Torfs" userId="c6aa1e10-4a12-4511-8c7c-135720d4f277" providerId="ADAL" clId="{9932D13E-6C5E-49FA-A144-75AC46F307EF}" dt="2019-09-11T08:35:30.349" v="4039" actId="20577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9932D13E-6C5E-49FA-A144-75AC46F307EF}" dt="2019-09-11T07:24:53.109" v="227" actId="20577"/>
        <pc:sldMkLst>
          <pc:docMk/>
          <pc:sldMk cId="2513866126" sldId="267"/>
        </pc:sldMkLst>
      </pc:sldChg>
      <pc:sldChg chg="addSp delSp modSp add">
        <pc:chgData name="Ellen Torfs" userId="c6aa1e10-4a12-4511-8c7c-135720d4f277" providerId="ADAL" clId="{9932D13E-6C5E-49FA-A144-75AC46F307EF}" dt="2019-09-11T07:54:52.916" v="2099" actId="20577"/>
        <pc:sldMkLst>
          <pc:docMk/>
          <pc:sldMk cId="1006678507" sldId="268"/>
        </pc:sldMkLst>
      </pc:sldChg>
      <pc:sldChg chg="modSp add ord">
        <pc:chgData name="Ellen Torfs" userId="c6aa1e10-4a12-4511-8c7c-135720d4f277" providerId="ADAL" clId="{9932D13E-6C5E-49FA-A144-75AC46F307EF}" dt="2019-09-11T08:54:14.153" v="5135" actId="27636"/>
        <pc:sldMkLst>
          <pc:docMk/>
          <pc:sldMk cId="2571285731" sldId="269"/>
        </pc:sldMkLst>
      </pc:sldChg>
      <pc:sldChg chg="modSp add del">
        <pc:chgData name="Ellen Torfs" userId="c6aa1e10-4a12-4511-8c7c-135720d4f277" providerId="ADAL" clId="{9932D13E-6C5E-49FA-A144-75AC46F307EF}" dt="2019-09-11T08:41:26.851" v="4805" actId="2696"/>
        <pc:sldMkLst>
          <pc:docMk/>
          <pc:sldMk cId="2408717167" sldId="270"/>
        </pc:sldMkLst>
      </pc:sldChg>
    </pc:docChg>
  </pc:docChgLst>
  <pc:docChgLst>
    <pc:chgData name="Ellen Torfs" userId="c6aa1e10-4a12-4511-8c7c-135720d4f277" providerId="ADAL" clId="{44A0648C-9193-4F45-B166-3B4454E8FA86}"/>
    <pc:docChg chg="modSld">
      <pc:chgData name="Ellen Torfs" userId="c6aa1e10-4a12-4511-8c7c-135720d4f277" providerId="ADAL" clId="{44A0648C-9193-4F45-B166-3B4454E8FA86}" dt="2023-11-03T08:24:42.986" v="1" actId="20577"/>
      <pc:docMkLst>
        <pc:docMk/>
      </pc:docMkLst>
      <pc:sldChg chg="modSp mod">
        <pc:chgData name="Ellen Torfs" userId="c6aa1e10-4a12-4511-8c7c-135720d4f277" providerId="ADAL" clId="{44A0648C-9193-4F45-B166-3B4454E8FA86}" dt="2023-11-03T08:24:42.986" v="1" actId="20577"/>
        <pc:sldMkLst>
          <pc:docMk/>
          <pc:sldMk cId="2305997284" sldId="290"/>
        </pc:sldMkLst>
      </pc:sldChg>
    </pc:docChg>
  </pc:docChgLst>
  <pc:docChgLst>
    <pc:chgData name="Jochen Mariën" userId="a4f8d9ed-3895-4365-b2d5-9432cb8a20d4" providerId="ADAL" clId="{BE0A6E12-6EED-4666-91F5-A59866CBC24E}"/>
    <pc:docChg chg="undo custSel addSld delSld modSld addSection modSection">
      <pc:chgData name="Jochen Mariën" userId="a4f8d9ed-3895-4365-b2d5-9432cb8a20d4" providerId="ADAL" clId="{BE0A6E12-6EED-4666-91F5-A59866CBC24E}" dt="2022-02-15T15:37:55.388" v="1516" actId="1076"/>
      <pc:docMkLst>
        <pc:docMk/>
      </pc:docMkLst>
      <pc:sldChg chg="addSp modSp mod modNotesTx">
        <pc:chgData name="Jochen Mariën" userId="a4f8d9ed-3895-4365-b2d5-9432cb8a20d4" providerId="ADAL" clId="{BE0A6E12-6EED-4666-91F5-A59866CBC24E}" dt="2022-02-10T12:09:47.754" v="15"/>
        <pc:sldMkLst>
          <pc:docMk/>
          <pc:sldMk cId="3503501734" sldId="257"/>
        </pc:sldMkLst>
      </pc:sldChg>
      <pc:sldChg chg="addSp delSp modSp new mod">
        <pc:chgData name="Jochen Mariën" userId="a4f8d9ed-3895-4365-b2d5-9432cb8a20d4" providerId="ADAL" clId="{BE0A6E12-6EED-4666-91F5-A59866CBC24E}" dt="2022-02-10T12:10:23.747" v="26"/>
        <pc:sldMkLst>
          <pc:docMk/>
          <pc:sldMk cId="3552420801" sldId="258"/>
        </pc:sldMkLst>
      </pc:sldChg>
      <pc:sldChg chg="addSp delSp modSp new mod">
        <pc:chgData name="Jochen Mariën" userId="a4f8d9ed-3895-4365-b2d5-9432cb8a20d4" providerId="ADAL" clId="{BE0A6E12-6EED-4666-91F5-A59866CBC24E}" dt="2022-02-10T12:13:05.708" v="61"/>
        <pc:sldMkLst>
          <pc:docMk/>
          <pc:sldMk cId="1973088971" sldId="259"/>
        </pc:sldMkLst>
      </pc:sldChg>
      <pc:sldChg chg="addSp delSp modSp new mod">
        <pc:chgData name="Jochen Mariën" userId="a4f8d9ed-3895-4365-b2d5-9432cb8a20d4" providerId="ADAL" clId="{BE0A6E12-6EED-4666-91F5-A59866CBC24E}" dt="2022-02-10T12:13:07.507" v="62"/>
        <pc:sldMkLst>
          <pc:docMk/>
          <pc:sldMk cId="1813512616" sldId="260"/>
        </pc:sldMkLst>
      </pc:sldChg>
      <pc:sldChg chg="addSp delSp modSp new mod">
        <pc:chgData name="Jochen Mariën" userId="a4f8d9ed-3895-4365-b2d5-9432cb8a20d4" providerId="ADAL" clId="{BE0A6E12-6EED-4666-91F5-A59866CBC24E}" dt="2022-02-10T12:17:49.654" v="146" actId="1076"/>
        <pc:sldMkLst>
          <pc:docMk/>
          <pc:sldMk cId="3146365000" sldId="261"/>
        </pc:sldMkLst>
      </pc:sldChg>
      <pc:sldChg chg="addSp modSp new mod modNotesTx">
        <pc:chgData name="Jochen Mariën" userId="a4f8d9ed-3895-4365-b2d5-9432cb8a20d4" providerId="ADAL" clId="{BE0A6E12-6EED-4666-91F5-A59866CBC24E}" dt="2022-02-10T12:18:51.167" v="156"/>
        <pc:sldMkLst>
          <pc:docMk/>
          <pc:sldMk cId="2205771123" sldId="262"/>
        </pc:sldMkLst>
      </pc:sldChg>
      <pc:sldChg chg="addSp modSp new mod addCm modNotesTx">
        <pc:chgData name="Jochen Mariën" userId="a4f8d9ed-3895-4365-b2d5-9432cb8a20d4" providerId="ADAL" clId="{BE0A6E12-6EED-4666-91F5-A59866CBC24E}" dt="2022-02-10T12:20:27.879" v="173"/>
        <pc:sldMkLst>
          <pc:docMk/>
          <pc:sldMk cId="876488423" sldId="263"/>
        </pc:sldMkLst>
      </pc:sldChg>
      <pc:sldChg chg="addSp delSp modSp new mod modNotesTx">
        <pc:chgData name="Jochen Mariën" userId="a4f8d9ed-3895-4365-b2d5-9432cb8a20d4" providerId="ADAL" clId="{BE0A6E12-6EED-4666-91F5-A59866CBC24E}" dt="2022-02-10T12:21:06.780" v="179"/>
        <pc:sldMkLst>
          <pc:docMk/>
          <pc:sldMk cId="1413917546" sldId="264"/>
        </pc:sldMkLst>
      </pc:sldChg>
      <pc:sldChg chg="addSp modSp new mod modNotesTx">
        <pc:chgData name="Jochen Mariën" userId="a4f8d9ed-3895-4365-b2d5-9432cb8a20d4" providerId="ADAL" clId="{BE0A6E12-6EED-4666-91F5-A59866CBC24E}" dt="2022-02-10T12:48:11.043" v="1318"/>
        <pc:sldMkLst>
          <pc:docMk/>
          <pc:sldMk cId="3545594292" sldId="265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3.169" v="1319"/>
        <pc:sldMkLst>
          <pc:docMk/>
          <pc:sldMk cId="1311075334" sldId="266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5.474" v="1320"/>
        <pc:sldMkLst>
          <pc:docMk/>
          <pc:sldMk cId="1425194023" sldId="267"/>
        </pc:sldMkLst>
      </pc:sldChg>
      <pc:sldChg chg="addSp delSp modSp new mod modNotesTx">
        <pc:chgData name="Jochen Mariën" userId="a4f8d9ed-3895-4365-b2d5-9432cb8a20d4" providerId="ADAL" clId="{BE0A6E12-6EED-4666-91F5-A59866CBC24E}" dt="2022-02-10T12:48:17.933" v="1321"/>
        <pc:sldMkLst>
          <pc:docMk/>
          <pc:sldMk cId="933814863" sldId="268"/>
        </pc:sldMkLst>
      </pc:sldChg>
      <pc:sldChg chg="addSp delSp modSp add del mod delAnim chgLayout">
        <pc:chgData name="Jochen Mariën" userId="a4f8d9ed-3895-4365-b2d5-9432cb8a20d4" providerId="ADAL" clId="{BE0A6E12-6EED-4666-91F5-A59866CBC24E}" dt="2022-02-10T12:15:28.764" v="123" actId="47"/>
        <pc:sldMkLst>
          <pc:docMk/>
          <pc:sldMk cId="1566672561" sldId="268"/>
        </pc:sldMkLst>
      </pc:sldChg>
      <pc:sldChg chg="addSp delSp modSp new del mod addCm modNotesTx">
        <pc:chgData name="Jochen Mariën" userId="a4f8d9ed-3895-4365-b2d5-9432cb8a20d4" providerId="ADAL" clId="{BE0A6E12-6EED-4666-91F5-A59866CBC24E}" dt="2022-02-15T08:51:12.037" v="1322" actId="47"/>
        <pc:sldMkLst>
          <pc:docMk/>
          <pc:sldMk cId="2935527269" sldId="269"/>
        </pc:sldMkLst>
      </pc:sldChg>
      <pc:sldChg chg="addSp modSp new mod modAnim modNotesTx">
        <pc:chgData name="Jochen Mariën" userId="a4f8d9ed-3895-4365-b2d5-9432cb8a20d4" providerId="ADAL" clId="{BE0A6E12-6EED-4666-91F5-A59866CBC24E}" dt="2022-02-10T12:41:55.521" v="902"/>
        <pc:sldMkLst>
          <pc:docMk/>
          <pc:sldMk cId="4116537878" sldId="270"/>
        </pc:sldMkLst>
      </pc:sldChg>
      <pc:sldChg chg="addSp modSp new mod addCm">
        <pc:chgData name="Jochen Mariën" userId="a4f8d9ed-3895-4365-b2d5-9432cb8a20d4" providerId="ADAL" clId="{BE0A6E12-6EED-4666-91F5-A59866CBC24E}" dt="2022-02-15T15:37:55.388" v="1516" actId="1076"/>
        <pc:sldMkLst>
          <pc:docMk/>
          <pc:sldMk cId="115509626" sldId="271"/>
        </pc:sldMkLst>
      </pc:sldChg>
      <pc:sldChg chg="modSp new mod">
        <pc:chgData name="Jochen Mariën" userId="a4f8d9ed-3895-4365-b2d5-9432cb8a20d4" providerId="ADAL" clId="{BE0A6E12-6EED-4666-91F5-A59866CBC24E}" dt="2022-02-10T12:45:00.385" v="1136" actId="20577"/>
        <pc:sldMkLst>
          <pc:docMk/>
          <pc:sldMk cId="1413218804" sldId="272"/>
        </pc:sldMkLst>
      </pc:sldChg>
      <pc:sldChg chg="new del">
        <pc:chgData name="Jochen Mariën" userId="a4f8d9ed-3895-4365-b2d5-9432cb8a20d4" providerId="ADAL" clId="{BE0A6E12-6EED-4666-91F5-A59866CBC24E}" dt="2022-02-10T12:44:03.199" v="995" actId="680"/>
        <pc:sldMkLst>
          <pc:docMk/>
          <pc:sldMk cId="1732102838" sldId="272"/>
        </pc:sldMkLst>
      </pc:sldChg>
      <pc:sldChg chg="addSp delSp modSp new mod modNotesTx">
        <pc:chgData name="Jochen Mariën" userId="a4f8d9ed-3895-4365-b2d5-9432cb8a20d4" providerId="ADAL" clId="{BE0A6E12-6EED-4666-91F5-A59866CBC24E}" dt="2022-02-10T12:47:39.072" v="1317" actId="5793"/>
        <pc:sldMkLst>
          <pc:docMk/>
          <pc:sldMk cId="4292923881" sldId="273"/>
        </pc:sldMkLst>
      </pc:sldChg>
      <pc:sldChg chg="modNotesTx">
        <pc:chgData name="Jochen Mariën" userId="a4f8d9ed-3895-4365-b2d5-9432cb8a20d4" providerId="ADAL" clId="{BE0A6E12-6EED-4666-91F5-A59866CBC24E}" dt="2022-02-15T08:54:56.657" v="1497" actId="20577"/>
        <pc:sldMkLst>
          <pc:docMk/>
          <pc:sldMk cId="1829888262" sldId="275"/>
        </pc:sldMkLst>
      </pc:sldChg>
      <pc:sldMasterChg chg="delSldLayout">
        <pc:chgData name="Jochen Mariën" userId="a4f8d9ed-3895-4365-b2d5-9432cb8a20d4" providerId="ADAL" clId="{BE0A6E12-6EED-4666-91F5-A59866CBC24E}" dt="2022-02-10T12:15:28.764" v="123" actId="47"/>
        <pc:sldMasterMkLst>
          <pc:docMk/>
          <pc:sldMasterMk cId="898952359" sldId="2147483648"/>
        </pc:sldMasterMkLst>
        <pc:sldLayoutChg chg="del">
          <pc:chgData name="Jochen Mariën" userId="a4f8d9ed-3895-4365-b2d5-9432cb8a20d4" providerId="ADAL" clId="{BE0A6E12-6EED-4666-91F5-A59866CBC24E}" dt="2022-02-10T12:15:28.764" v="123" actId="47"/>
          <pc:sldLayoutMkLst>
            <pc:docMk/>
            <pc:sldMasterMk cId="898952359" sldId="2147483648"/>
            <pc:sldLayoutMk cId="534415140" sldId="2147483660"/>
          </pc:sldLayoutMkLst>
        </pc:sldLayoutChg>
      </pc:sldMasterChg>
    </pc:docChg>
  </pc:docChgLst>
  <pc:docChgLst>
    <pc:chgData name="Ellen Torfs" userId="c6aa1e10-4a12-4511-8c7c-135720d4f277" providerId="ADAL" clId="{12CE8BF7-99A2-40E2-A9CB-C29267AE7EA3}"/>
    <pc:docChg chg="modSld">
      <pc:chgData name="Ellen Torfs" userId="c6aa1e10-4a12-4511-8c7c-135720d4f277" providerId="ADAL" clId="{12CE8BF7-99A2-40E2-A9CB-C29267AE7EA3}" dt="2019-05-27T11:40:26.634" v="5" actId="20577"/>
      <pc:docMkLst>
        <pc:docMk/>
      </pc:docMkLst>
      <pc:sldChg chg="modSp">
        <pc:chgData name="Ellen Torfs" userId="c6aa1e10-4a12-4511-8c7c-135720d4f277" providerId="ADAL" clId="{12CE8BF7-99A2-40E2-A9CB-C29267AE7EA3}" dt="2019-05-27T11:40:26.634" v="5" actId="20577"/>
        <pc:sldMkLst>
          <pc:docMk/>
          <pc:sldMk cId="2513866126" sldId="267"/>
        </pc:sldMkLst>
      </pc:sldChg>
    </pc:docChg>
  </pc:docChgLst>
  <pc:docChgLst>
    <pc:chgData name="Jochen Mariën" userId="S::u0068647@thomasmore.be::a4f8d9ed-3895-4365-b2d5-9432cb8a20d4" providerId="AD" clId="Web-{1B047FB4-1354-41BD-8F9D-389E55DBA64F}"/>
    <pc:docChg chg="modSld">
      <pc:chgData name="Jochen Mariën" userId="S::u0068647@thomasmore.be::a4f8d9ed-3895-4365-b2d5-9432cb8a20d4" providerId="AD" clId="Web-{1B047FB4-1354-41BD-8F9D-389E55DBA64F}" dt="2023-10-30T09:06:46.402" v="5" actId="20577"/>
      <pc:docMkLst>
        <pc:docMk/>
      </pc:docMkLst>
      <pc:sldChg chg="modSp">
        <pc:chgData name="Jochen Mariën" userId="S::u0068647@thomasmore.be::a4f8d9ed-3895-4365-b2d5-9432cb8a20d4" providerId="AD" clId="Web-{1B047FB4-1354-41BD-8F9D-389E55DBA64F}" dt="2023-10-30T08:58:41.542" v="1" actId="20577"/>
        <pc:sldMkLst>
          <pc:docMk/>
          <pc:sldMk cId="3906571617" sldId="268"/>
        </pc:sldMkLst>
      </pc:sldChg>
      <pc:sldChg chg="modSp">
        <pc:chgData name="Jochen Mariën" userId="S::u0068647@thomasmore.be::a4f8d9ed-3895-4365-b2d5-9432cb8a20d4" providerId="AD" clId="Web-{1B047FB4-1354-41BD-8F9D-389E55DBA64F}" dt="2023-10-30T09:02:52.519" v="2" actId="20577"/>
        <pc:sldMkLst>
          <pc:docMk/>
          <pc:sldMk cId="3919947077" sldId="279"/>
        </pc:sldMkLst>
      </pc:sldChg>
      <pc:sldChg chg="modSp">
        <pc:chgData name="Jochen Mariën" userId="S::u0068647@thomasmore.be::a4f8d9ed-3895-4365-b2d5-9432cb8a20d4" providerId="AD" clId="Web-{1B047FB4-1354-41BD-8F9D-389E55DBA64F}" dt="2023-10-30T09:04:57.086" v="3" actId="20577"/>
        <pc:sldMkLst>
          <pc:docMk/>
          <pc:sldMk cId="3403620141" sldId="284"/>
        </pc:sldMkLst>
      </pc:sldChg>
      <pc:sldChg chg="modSp">
        <pc:chgData name="Jochen Mariën" userId="S::u0068647@thomasmore.be::a4f8d9ed-3895-4365-b2d5-9432cb8a20d4" providerId="AD" clId="Web-{1B047FB4-1354-41BD-8F9D-389E55DBA64F}" dt="2023-10-30T09:05:43.337" v="4" actId="20577"/>
        <pc:sldMkLst>
          <pc:docMk/>
          <pc:sldMk cId="2760852640" sldId="287"/>
        </pc:sldMkLst>
      </pc:sldChg>
      <pc:sldChg chg="modSp">
        <pc:chgData name="Jochen Mariën" userId="S::u0068647@thomasmore.be::a4f8d9ed-3895-4365-b2d5-9432cb8a20d4" providerId="AD" clId="Web-{1B047FB4-1354-41BD-8F9D-389E55DBA64F}" dt="2023-10-30T09:06:46.402" v="5" actId="20577"/>
        <pc:sldMkLst>
          <pc:docMk/>
          <pc:sldMk cId="104264709" sldId="289"/>
        </pc:sldMkLst>
      </pc:sldChg>
    </pc:docChg>
  </pc:docChgLst>
  <pc:docChgLst>
    <pc:chgData name="Ellen Torfs" userId="c6aa1e10-4a12-4511-8c7c-135720d4f277" providerId="ADAL" clId="{214A502F-9E29-43F9-9CAB-F5A2DFA76F4E}"/>
    <pc:docChg chg="undo custSel addSld delSld modSld modMainMaster">
      <pc:chgData name="Ellen Torfs" userId="c6aa1e10-4a12-4511-8c7c-135720d4f277" providerId="ADAL" clId="{214A502F-9E29-43F9-9CAB-F5A2DFA76F4E}" dt="2022-01-19T09:08:31.393" v="405" actId="20577"/>
      <pc:docMkLst>
        <pc:docMk/>
      </pc:docMkLst>
      <pc:sldChg chg="modSp mod">
        <pc:chgData name="Ellen Torfs" userId="c6aa1e10-4a12-4511-8c7c-135720d4f277" providerId="ADAL" clId="{214A502F-9E29-43F9-9CAB-F5A2DFA76F4E}" dt="2022-01-19T09:08:08.565" v="403" actId="20577"/>
        <pc:sldMkLst>
          <pc:docMk/>
          <pc:sldMk cId="54334544" sldId="256"/>
        </pc:sldMkLst>
      </pc:sldChg>
      <pc:sldChg chg="del">
        <pc:chgData name="Ellen Torfs" userId="c6aa1e10-4a12-4511-8c7c-135720d4f277" providerId="ADAL" clId="{214A502F-9E29-43F9-9CAB-F5A2DFA76F4E}" dt="2022-01-19T09:03:50.394" v="323" actId="47"/>
        <pc:sldMkLst>
          <pc:docMk/>
          <pc:sldMk cId="1055868665" sldId="257"/>
        </pc:sldMkLst>
      </pc:sldChg>
      <pc:sldChg chg="modSp mod">
        <pc:chgData name="Ellen Torfs" userId="c6aa1e10-4a12-4511-8c7c-135720d4f277" providerId="ADAL" clId="{214A502F-9E29-43F9-9CAB-F5A2DFA76F4E}" dt="2022-01-19T09:04:52.510" v="333" actId="13926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214A502F-9E29-43F9-9CAB-F5A2DFA76F4E}" dt="2022-01-19T09:05:56.409" v="352" actId="13926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214A502F-9E29-43F9-9CAB-F5A2DFA76F4E}" dt="2022-01-19T09:08:31.393" v="405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214A502F-9E29-43F9-9CAB-F5A2DFA76F4E}" dt="2022-01-19T09:06:52.032" v="357" actId="2057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214A502F-9E29-43F9-9CAB-F5A2DFA76F4E}" dt="2022-01-19T09:06:11.686" v="353" actId="47"/>
        <pc:sldMkLst>
          <pc:docMk/>
          <pc:sldMk cId="981461507" sldId="270"/>
        </pc:sldMkLst>
      </pc:sldChg>
      <pc:sldChg chg="modSp new del mod">
        <pc:chgData name="Ellen Torfs" userId="c6aa1e10-4a12-4511-8c7c-135720d4f277" providerId="ADAL" clId="{214A502F-9E29-43F9-9CAB-F5A2DFA76F4E}" dt="2022-01-19T09:08:12.070" v="404" actId="47"/>
        <pc:sldMkLst>
          <pc:docMk/>
          <pc:sldMk cId="4175316598" sldId="272"/>
        </pc:sldMkLst>
      </pc:sldChg>
      <pc:sldMasterChg chg="modSldLayout">
        <pc:chgData name="Ellen Torfs" userId="c6aa1e10-4a12-4511-8c7c-135720d4f277" providerId="ADAL" clId="{214A502F-9E29-43F9-9CAB-F5A2DFA76F4E}" dt="2022-01-19T08:56:19.361" v="92" actId="1076"/>
        <pc:sldMasterMkLst>
          <pc:docMk/>
          <pc:sldMasterMk cId="898952359" sldId="2147483648"/>
        </pc:sldMasterMkLst>
        <pc:sldLayoutChg chg="addSp delSp modSp mod">
          <pc:chgData name="Ellen Torfs" userId="c6aa1e10-4a12-4511-8c7c-135720d4f277" providerId="ADAL" clId="{214A502F-9E29-43F9-9CAB-F5A2DFA76F4E}" dt="2022-01-19T08:56:19.361" v="92" actId="1076"/>
          <pc:sldLayoutMkLst>
            <pc:docMk/>
            <pc:sldMasterMk cId="898952359" sldId="2147483648"/>
            <pc:sldLayoutMk cId="2661203413" sldId="2147483649"/>
          </pc:sldLayoutMkLst>
        </pc:sldLayoutChg>
      </pc:sldMasterChg>
    </pc:docChg>
  </pc:docChgLst>
  <pc:docChgLst>
    <pc:chgData name="Jochen Mariën" userId="a4f8d9ed-3895-4365-b2d5-9432cb8a20d4" providerId="ADAL" clId="{8AF057AC-BCA7-4FBE-8375-9CCE83B5818F}"/>
    <pc:docChg chg="custSel modSld">
      <pc:chgData name="Jochen Mariën" userId="a4f8d9ed-3895-4365-b2d5-9432cb8a20d4" providerId="ADAL" clId="{8AF057AC-BCA7-4FBE-8375-9CCE83B5818F}" dt="2022-09-01T12:02:55.277" v="11" actId="313"/>
      <pc:docMkLst>
        <pc:docMk/>
      </pc:docMkLst>
      <pc:sldChg chg="modSp mod">
        <pc:chgData name="Jochen Mariën" userId="a4f8d9ed-3895-4365-b2d5-9432cb8a20d4" providerId="ADAL" clId="{8AF057AC-BCA7-4FBE-8375-9CCE83B5818F}" dt="2022-09-01T12:01:39.409" v="5" actId="20577"/>
        <pc:sldMkLst>
          <pc:docMk/>
          <pc:sldMk cId="2263161374" sldId="276"/>
        </pc:sldMkLst>
      </pc:sldChg>
      <pc:sldChg chg="modSp mod">
        <pc:chgData name="Jochen Mariën" userId="a4f8d9ed-3895-4365-b2d5-9432cb8a20d4" providerId="ADAL" clId="{8AF057AC-BCA7-4FBE-8375-9CCE83B5818F}" dt="2022-09-01T12:02:37.836" v="10" actId="20577"/>
        <pc:sldMkLst>
          <pc:docMk/>
          <pc:sldMk cId="4061739640" sldId="278"/>
        </pc:sldMkLst>
      </pc:sldChg>
      <pc:sldChg chg="modSp mod">
        <pc:chgData name="Jochen Mariën" userId="a4f8d9ed-3895-4365-b2d5-9432cb8a20d4" providerId="ADAL" clId="{8AF057AC-BCA7-4FBE-8375-9CCE83B5818F}" dt="2022-09-01T12:02:55.277" v="11" actId="313"/>
        <pc:sldMkLst>
          <pc:docMk/>
          <pc:sldMk cId="953451275" sldId="280"/>
        </pc:sldMkLst>
      </pc:sldChg>
    </pc:docChg>
  </pc:docChgLst>
  <pc:docChgLst>
    <pc:chgData name="Ellen Torfs" userId="c6aa1e10-4a12-4511-8c7c-135720d4f277" providerId="ADAL" clId="{FF95A89B-2AB9-47A5-A5A2-46B9549F1166}"/>
    <pc:docChg chg="custSel addSld delSld modSld replTag delTag">
      <pc:chgData name="Ellen Torfs" userId="c6aa1e10-4a12-4511-8c7c-135720d4f277" providerId="ADAL" clId="{FF95A89B-2AB9-47A5-A5A2-46B9549F1166}" dt="2021-09-20T16:12:03.447" v="575"/>
      <pc:docMkLst>
        <pc:docMk/>
      </pc:docMkLst>
      <pc:sldChg chg="modSp mod">
        <pc:chgData name="Ellen Torfs" userId="c6aa1e10-4a12-4511-8c7c-135720d4f277" providerId="ADAL" clId="{FF95A89B-2AB9-47A5-A5A2-46B9549F1166}" dt="2021-09-20T16:01:10.342" v="30" actId="20577"/>
        <pc:sldMkLst>
          <pc:docMk/>
          <pc:sldMk cId="620147385" sldId="258"/>
        </pc:sldMkLst>
      </pc:sldChg>
      <pc:sldChg chg="modSp mod">
        <pc:chgData name="Ellen Torfs" userId="c6aa1e10-4a12-4511-8c7c-135720d4f277" providerId="ADAL" clId="{FF95A89B-2AB9-47A5-A5A2-46B9549F1166}" dt="2021-09-20T16:01:49.303" v="36" actId="20577"/>
        <pc:sldMkLst>
          <pc:docMk/>
          <pc:sldMk cId="2006118848" sldId="262"/>
        </pc:sldMkLst>
      </pc:sldChg>
      <pc:sldChg chg="modSp mod">
        <pc:chgData name="Ellen Torfs" userId="c6aa1e10-4a12-4511-8c7c-135720d4f277" providerId="ADAL" clId="{FF95A89B-2AB9-47A5-A5A2-46B9549F1166}" dt="2021-09-20T16:11:47.840" v="572" actId="20577"/>
        <pc:sldMkLst>
          <pc:docMk/>
          <pc:sldMk cId="2513866126" sldId="267"/>
        </pc:sldMkLst>
      </pc:sldChg>
      <pc:sldChg chg="modSp mod">
        <pc:chgData name="Ellen Torfs" userId="c6aa1e10-4a12-4511-8c7c-135720d4f277" providerId="ADAL" clId="{FF95A89B-2AB9-47A5-A5A2-46B9549F1166}" dt="2021-09-20T15:59:37.065" v="19" actId="20577"/>
        <pc:sldMkLst>
          <pc:docMk/>
          <pc:sldMk cId="1006678507" sldId="268"/>
        </pc:sldMkLst>
      </pc:sldChg>
      <pc:sldChg chg="modSp mod">
        <pc:chgData name="Ellen Torfs" userId="c6aa1e10-4a12-4511-8c7c-135720d4f277" providerId="ADAL" clId="{FF95A89B-2AB9-47A5-A5A2-46B9549F1166}" dt="2021-09-20T16:11:00.360" v="566" actId="20577"/>
        <pc:sldMkLst>
          <pc:docMk/>
          <pc:sldMk cId="2571285731" sldId="269"/>
        </pc:sldMkLst>
      </pc:sldChg>
      <pc:sldChg chg="modSp new del mod">
        <pc:chgData name="Ellen Torfs" userId="c6aa1e10-4a12-4511-8c7c-135720d4f277" providerId="ADAL" clId="{FF95A89B-2AB9-47A5-A5A2-46B9549F1166}" dt="2021-09-20T16:11:04.389" v="567" actId="47"/>
        <pc:sldMkLst>
          <pc:docMk/>
          <pc:sldMk cId="2783466768" sldId="272"/>
        </pc:sldMkLst>
      </pc:sldChg>
    </pc:docChg>
  </pc:docChgLst>
  <pc:docChgLst>
    <pc:chgData name="Jochen Mariën" userId="S::u0068647@thomasmore.be::a4f8d9ed-3895-4365-b2d5-9432cb8a20d4" providerId="AD" clId="Web-{5EF606C9-55CE-4E13-9281-21C72FAE1DAC}"/>
    <pc:docChg chg="modSld">
      <pc:chgData name="Jochen Mariën" userId="S::u0068647@thomasmore.be::a4f8d9ed-3895-4365-b2d5-9432cb8a20d4" providerId="AD" clId="Web-{5EF606C9-55CE-4E13-9281-21C72FAE1DAC}" dt="2023-11-03T07:12:48.483" v="1" actId="20577"/>
      <pc:docMkLst>
        <pc:docMk/>
      </pc:docMkLst>
      <pc:sldChg chg="modSp">
        <pc:chgData name="Jochen Mariën" userId="S::u0068647@thomasmore.be::a4f8d9ed-3895-4365-b2d5-9432cb8a20d4" providerId="AD" clId="Web-{5EF606C9-55CE-4E13-9281-21C72FAE1DAC}" dt="2023-11-03T07:12:48.483" v="1" actId="20577"/>
        <pc:sldMkLst>
          <pc:docMk/>
          <pc:sldMk cId="3906571617" sldId="268"/>
        </pc:sldMkLst>
      </pc:sldChg>
    </pc:docChg>
  </pc:docChgLst>
  <pc:docChgLst>
    <pc:chgData name="Ellen Torfs" userId="c6aa1e10-4a12-4511-8c7c-135720d4f277" providerId="ADAL" clId="{A34FAF8E-6267-48E0-9941-086A1623C187}"/>
    <pc:docChg chg="custSel addSld delSld modSld">
      <pc:chgData name="Ellen Torfs" userId="c6aa1e10-4a12-4511-8c7c-135720d4f277" providerId="ADAL" clId="{A34FAF8E-6267-48E0-9941-086A1623C187}" dt="2022-01-19T09:10:52.439" v="63" actId="20577"/>
      <pc:docMkLst>
        <pc:docMk/>
      </pc:docMkLst>
      <pc:sldChg chg="modSp mod">
        <pc:chgData name="Ellen Torfs" userId="c6aa1e10-4a12-4511-8c7c-135720d4f277" providerId="ADAL" clId="{A34FAF8E-6267-48E0-9941-086A1623C187}" dt="2022-01-19T09:10:41.096" v="45" actId="20577"/>
        <pc:sldMkLst>
          <pc:docMk/>
          <pc:sldMk cId="54334544" sldId="256"/>
        </pc:sldMkLst>
      </pc:sldChg>
      <pc:sldChg chg="modSp new mod">
        <pc:chgData name="Ellen Torfs" userId="c6aa1e10-4a12-4511-8c7c-135720d4f277" providerId="ADAL" clId="{A34FAF8E-6267-48E0-9941-086A1623C187}" dt="2022-01-19T09:10:52.439" v="63" actId="20577"/>
        <pc:sldMkLst>
          <pc:docMk/>
          <pc:sldMk cId="3503501734" sldId="25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620147385" sldId="25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13866126" sldId="267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1006678507" sldId="268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2571285731" sldId="269"/>
        </pc:sldMkLst>
      </pc:sldChg>
      <pc:sldChg chg="del">
        <pc:chgData name="Ellen Torfs" userId="c6aa1e10-4a12-4511-8c7c-135720d4f277" providerId="ADAL" clId="{A34FAF8E-6267-48E0-9941-086A1623C187}" dt="2022-01-19T09:10:24.151" v="0" actId="4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E38E71A2-08A4-48AF-89DB-C74130CE98D2}"/>
    <pc:docChg chg="undo custSel addSld delSld modSld">
      <pc:chgData name="Ellen Torfs" userId="c6aa1e10-4a12-4511-8c7c-135720d4f277" providerId="ADAL" clId="{E38E71A2-08A4-48AF-89DB-C74130CE98D2}" dt="2020-09-14T14:32:16.911" v="2442" actId="20577"/>
      <pc:docMkLst>
        <pc:docMk/>
      </pc:docMkLst>
      <pc:sldChg chg="modSp">
        <pc:chgData name="Ellen Torfs" userId="c6aa1e10-4a12-4511-8c7c-135720d4f277" providerId="ADAL" clId="{E38E71A2-08A4-48AF-89DB-C74130CE98D2}" dt="2020-09-14T11:10:49.947" v="718" actId="20577"/>
        <pc:sldMkLst>
          <pc:docMk/>
          <pc:sldMk cId="54334544" sldId="256"/>
        </pc:sldMkLst>
      </pc:sldChg>
      <pc:sldChg chg="addSp modSp">
        <pc:chgData name="Ellen Torfs" userId="c6aa1e10-4a12-4511-8c7c-135720d4f277" providerId="ADAL" clId="{E38E71A2-08A4-48AF-89DB-C74130CE98D2}" dt="2020-09-14T11:11:39.137" v="745" actId="1076"/>
        <pc:sldMkLst>
          <pc:docMk/>
          <pc:sldMk cId="1055868665" sldId="257"/>
        </pc:sldMkLst>
      </pc:sldChg>
      <pc:sldChg chg="modSp">
        <pc:chgData name="Ellen Torfs" userId="c6aa1e10-4a12-4511-8c7c-135720d4f277" providerId="ADAL" clId="{E38E71A2-08A4-48AF-89DB-C74130CE98D2}" dt="2020-09-14T11:10:18.956" v="691" actId="6549"/>
        <pc:sldMkLst>
          <pc:docMk/>
          <pc:sldMk cId="620147385" sldId="258"/>
        </pc:sldMkLst>
      </pc:sldChg>
      <pc:sldChg chg="modSp">
        <pc:chgData name="Ellen Torfs" userId="c6aa1e10-4a12-4511-8c7c-135720d4f277" providerId="ADAL" clId="{E38E71A2-08A4-48AF-89DB-C74130CE98D2}" dt="2020-09-14T14:11:49.723" v="1294" actId="20577"/>
        <pc:sldMkLst>
          <pc:docMk/>
          <pc:sldMk cId="2006118848" sldId="262"/>
        </pc:sldMkLst>
      </pc:sldChg>
      <pc:sldChg chg="del">
        <pc:chgData name="Ellen Torfs" userId="c6aa1e10-4a12-4511-8c7c-135720d4f277" providerId="ADAL" clId="{E38E71A2-08A4-48AF-89DB-C74130CE98D2}" dt="2020-09-14T14:11:05.063" v="1291" actId="2696"/>
        <pc:sldMkLst>
          <pc:docMk/>
          <pc:sldMk cId="977749703" sldId="263"/>
        </pc:sldMkLst>
      </pc:sldChg>
      <pc:sldChg chg="del">
        <pc:chgData name="Ellen Torfs" userId="c6aa1e10-4a12-4511-8c7c-135720d4f277" providerId="ADAL" clId="{E38E71A2-08A4-48AF-89DB-C74130CE98D2}" dt="2020-09-14T14:11:05.057" v="1290" actId="2696"/>
        <pc:sldMkLst>
          <pc:docMk/>
          <pc:sldMk cId="2290807259" sldId="264"/>
        </pc:sldMkLst>
      </pc:sldChg>
      <pc:sldChg chg="del">
        <pc:chgData name="Ellen Torfs" userId="c6aa1e10-4a12-4511-8c7c-135720d4f277" providerId="ADAL" clId="{E38E71A2-08A4-48AF-89DB-C74130CE98D2}" dt="2020-09-14T14:13:15.755" v="1297" actId="2696"/>
        <pc:sldMkLst>
          <pc:docMk/>
          <pc:sldMk cId="556707363" sldId="265"/>
        </pc:sldMkLst>
      </pc:sldChg>
      <pc:sldChg chg="modSp">
        <pc:chgData name="Ellen Torfs" userId="c6aa1e10-4a12-4511-8c7c-135720d4f277" providerId="ADAL" clId="{E38E71A2-08A4-48AF-89DB-C74130CE98D2}" dt="2020-09-14T10:55:46.951" v="236" actId="20577"/>
        <pc:sldMkLst>
          <pc:docMk/>
          <pc:sldMk cId="2513866126" sldId="267"/>
        </pc:sldMkLst>
      </pc:sldChg>
      <pc:sldChg chg="modSp">
        <pc:chgData name="Ellen Torfs" userId="c6aa1e10-4a12-4511-8c7c-135720d4f277" providerId="ADAL" clId="{E38E71A2-08A4-48AF-89DB-C74130CE98D2}" dt="2020-09-14T11:05:34.423" v="519" actId="27636"/>
        <pc:sldMkLst>
          <pc:docMk/>
          <pc:sldMk cId="1006678507" sldId="268"/>
        </pc:sldMkLst>
      </pc:sldChg>
      <pc:sldChg chg="modSp">
        <pc:chgData name="Ellen Torfs" userId="c6aa1e10-4a12-4511-8c7c-135720d4f277" providerId="ADAL" clId="{E38E71A2-08A4-48AF-89DB-C74130CE98D2}" dt="2020-09-14T14:25:40.260" v="1794" actId="20577"/>
        <pc:sldMkLst>
          <pc:docMk/>
          <pc:sldMk cId="2571285731" sldId="269"/>
        </pc:sldMkLst>
      </pc:sldChg>
      <pc:sldChg chg="modSp add">
        <pc:chgData name="Ellen Torfs" userId="c6aa1e10-4a12-4511-8c7c-135720d4f277" providerId="ADAL" clId="{E38E71A2-08A4-48AF-89DB-C74130CE98D2}" dt="2020-09-14T14:12:11.785" v="1296" actId="6549"/>
        <pc:sldMkLst>
          <pc:docMk/>
          <pc:sldMk cId="981461507" sldId="270"/>
        </pc:sldMkLst>
      </pc:sldChg>
      <pc:sldChg chg="modSp add">
        <pc:chgData name="Ellen Torfs" userId="c6aa1e10-4a12-4511-8c7c-135720d4f277" providerId="ADAL" clId="{E38E71A2-08A4-48AF-89DB-C74130CE98D2}" dt="2020-09-14T14:32:16.911" v="2442" actId="20577"/>
        <pc:sldMkLst>
          <pc:docMk/>
          <pc:sldMk cId="839269463" sldId="271"/>
        </pc:sldMkLst>
      </pc:sldChg>
    </pc:docChg>
  </pc:docChgLst>
  <pc:docChgLst>
    <pc:chgData name="Ellen Torfs" userId="c6aa1e10-4a12-4511-8c7c-135720d4f277" providerId="ADAL" clId="{768FC7C2-F920-440A-B678-F18A8E1311B7}"/>
    <pc:docChg chg="custSel modSld replTag delTag">
      <pc:chgData name="Ellen Torfs" userId="c6aa1e10-4a12-4511-8c7c-135720d4f277" providerId="ADAL" clId="{768FC7C2-F920-440A-B678-F18A8E1311B7}" dt="2021-09-17T15:05:07.352" v="20"/>
      <pc:docMkLst>
        <pc:docMk/>
      </pc:docMkLst>
      <pc:sldChg chg="modSp mod">
        <pc:chgData name="Ellen Torfs" userId="c6aa1e10-4a12-4511-8c7c-135720d4f277" providerId="ADAL" clId="{768FC7C2-F920-440A-B678-F18A8E1311B7}" dt="2021-09-17T15:05:05.642" v="17" actId="6549"/>
        <pc:sldMkLst>
          <pc:docMk/>
          <pc:sldMk cId="54334544" sldId="256"/>
        </pc:sldMkLst>
      </pc:sldChg>
    </pc:docChg>
  </pc:docChgLst>
  <pc:docChgLst>
    <pc:chgData name="Ellen Torfs" userId="c6aa1e10-4a12-4511-8c7c-135720d4f277" providerId="ADAL" clId="{D03B520A-0C64-4816-9B9D-4B4825F3D4CB}"/>
    <pc:docChg chg="custSel modSld">
      <pc:chgData name="Ellen Torfs" userId="c6aa1e10-4a12-4511-8c7c-135720d4f277" providerId="ADAL" clId="{D03B520A-0C64-4816-9B9D-4B4825F3D4CB}" dt="2022-10-30T10:00:51.015" v="211" actId="6549"/>
      <pc:docMkLst>
        <pc:docMk/>
      </pc:docMkLst>
      <pc:sldChg chg="modSp mod delCm modNotesTx">
        <pc:chgData name="Ellen Torfs" userId="c6aa1e10-4a12-4511-8c7c-135720d4f277" providerId="ADAL" clId="{D03B520A-0C64-4816-9B9D-4B4825F3D4CB}" dt="2022-10-30T09:50:35.770" v="23" actId="20577"/>
        <pc:sldMkLst>
          <pc:docMk/>
          <pc:sldMk cId="876488423" sldId="263"/>
        </pc:sldMkLst>
      </pc:sldChg>
      <pc:sldChg chg="modNotesTx">
        <pc:chgData name="Ellen Torfs" userId="c6aa1e10-4a12-4511-8c7c-135720d4f277" providerId="ADAL" clId="{D03B520A-0C64-4816-9B9D-4B4825F3D4CB}" dt="2022-10-30T09:52:50.101" v="174" actId="20577"/>
        <pc:sldMkLst>
          <pc:docMk/>
          <pc:sldMk cId="1413917546" sldId="264"/>
        </pc:sldMkLst>
      </pc:sldChg>
      <pc:sldChg chg="modNotesTx">
        <pc:chgData name="Ellen Torfs" userId="c6aa1e10-4a12-4511-8c7c-135720d4f277" providerId="ADAL" clId="{D03B520A-0C64-4816-9B9D-4B4825F3D4CB}" dt="2022-10-30T09:54:15.496" v="190" actId="20577"/>
        <pc:sldMkLst>
          <pc:docMk/>
          <pc:sldMk cId="1425194023" sldId="267"/>
        </pc:sldMkLst>
      </pc:sldChg>
      <pc:sldChg chg="modSp mod">
        <pc:chgData name="Ellen Torfs" userId="c6aa1e10-4a12-4511-8c7c-135720d4f277" providerId="ADAL" clId="{D03B520A-0C64-4816-9B9D-4B4825F3D4CB}" dt="2022-10-30T10:00:51.015" v="211" actId="6549"/>
        <pc:sldMkLst>
          <pc:docMk/>
          <pc:sldMk cId="1413218804" sldId="272"/>
        </pc:sldMkLst>
      </pc:sldChg>
      <pc:sldChg chg="modSp mod modNotesTx">
        <pc:chgData name="Ellen Torfs" userId="c6aa1e10-4a12-4511-8c7c-135720d4f277" providerId="ADAL" clId="{D03B520A-0C64-4816-9B9D-4B4825F3D4CB}" dt="2022-10-30T09:59:39.491" v="210" actId="20577"/>
        <pc:sldMkLst>
          <pc:docMk/>
          <pc:sldMk cId="1829888262" sldId="275"/>
        </pc:sldMkLst>
      </pc:sldChg>
      <pc:sldChg chg="modSp mod">
        <pc:chgData name="Ellen Torfs" userId="c6aa1e10-4a12-4511-8c7c-135720d4f277" providerId="ADAL" clId="{D03B520A-0C64-4816-9B9D-4B4825F3D4CB}" dt="2022-10-30T09:55:10.721" v="198" actId="20577"/>
        <pc:sldMkLst>
          <pc:docMk/>
          <pc:sldMk cId="2263161374" sldId="276"/>
        </pc:sldMkLst>
      </pc:sldChg>
    </pc:docChg>
  </pc:docChgLst>
  <pc:docChgLst>
    <pc:chgData name="Ellen Torfs" userId="c6aa1e10-4a12-4511-8c7c-135720d4f277" providerId="ADAL" clId="{E8C14D58-08E4-4914-959A-DD56EC8F12A8}"/>
    <pc:docChg chg="undo custSel modSld">
      <pc:chgData name="Ellen Torfs" userId="c6aa1e10-4a12-4511-8c7c-135720d4f277" providerId="ADAL" clId="{E8C14D58-08E4-4914-959A-DD56EC8F12A8}" dt="2022-09-26T14:30:40.478" v="10" actId="313"/>
      <pc:docMkLst>
        <pc:docMk/>
      </pc:docMkLst>
      <pc:sldChg chg="modSp mod">
        <pc:chgData name="Ellen Torfs" userId="c6aa1e10-4a12-4511-8c7c-135720d4f277" providerId="ADAL" clId="{E8C14D58-08E4-4914-959A-DD56EC8F12A8}" dt="2022-09-26T14:30:40.478" v="10" actId="313"/>
        <pc:sldMkLst>
          <pc:docMk/>
          <pc:sldMk cId="1413218804" sldId="272"/>
        </pc:sldMkLst>
      </pc:sldChg>
    </pc:docChg>
  </pc:docChgLst>
  <pc:docChgLst>
    <pc:chgData name="Jochen Mariën" userId="a4f8d9ed-3895-4365-b2d5-9432cb8a20d4" providerId="ADAL" clId="{356E6382-9B20-433D-9953-01900B9EF39A}"/>
    <pc:docChg chg="undo custSel delSld modSld">
      <pc:chgData name="Jochen Mariën" userId="a4f8d9ed-3895-4365-b2d5-9432cb8a20d4" providerId="ADAL" clId="{356E6382-9B20-433D-9953-01900B9EF39A}" dt="2025-09-23T13:55:47.349" v="110" actId="20577"/>
      <pc:docMkLst>
        <pc:docMk/>
      </pc:docMkLst>
      <pc:sldChg chg="addSp modSp mod">
        <pc:chgData name="Jochen Mariën" userId="a4f8d9ed-3895-4365-b2d5-9432cb8a20d4" providerId="ADAL" clId="{356E6382-9B20-433D-9953-01900B9EF39A}" dt="2025-09-23T13:55:47.349" v="110" actId="20577"/>
        <pc:sldMkLst>
          <pc:docMk/>
          <pc:sldMk cId="54334544" sldId="256"/>
        </pc:sldMkLst>
        <pc:spChg chg="add mod">
          <ac:chgData name="Jochen Mariën" userId="a4f8d9ed-3895-4365-b2d5-9432cb8a20d4" providerId="ADAL" clId="{356E6382-9B20-433D-9953-01900B9EF39A}" dt="2025-09-23T13:55:47.349" v="110" actId="20577"/>
          <ac:spMkLst>
            <pc:docMk/>
            <pc:sldMk cId="54334544" sldId="256"/>
            <ac:spMk id="4" creationId="{A3C4FA67-BA30-79A5-6907-219393E19333}"/>
          </ac:spMkLst>
        </pc:spChg>
      </pc:sldChg>
      <pc:sldChg chg="modSp mod">
        <pc:chgData name="Jochen Mariën" userId="a4f8d9ed-3895-4365-b2d5-9432cb8a20d4" providerId="ADAL" clId="{356E6382-9B20-433D-9953-01900B9EF39A}" dt="2025-09-23T13:54:23.667" v="2" actId="20577"/>
        <pc:sldMkLst>
          <pc:docMk/>
          <pc:sldMk cId="2853392020" sldId="288"/>
        </pc:sldMkLst>
        <pc:spChg chg="mod">
          <ac:chgData name="Jochen Mariën" userId="a4f8d9ed-3895-4365-b2d5-9432cb8a20d4" providerId="ADAL" clId="{356E6382-9B20-433D-9953-01900B9EF39A}" dt="2025-09-23T13:54:23.667" v="2" actId="20577"/>
          <ac:spMkLst>
            <pc:docMk/>
            <pc:sldMk cId="2853392020" sldId="288"/>
            <ac:spMk id="3" creationId="{21F65E9F-7955-3AD2-0E2E-AA45C196B032}"/>
          </ac:spMkLst>
        </pc:spChg>
      </pc:sldChg>
      <pc:sldChg chg="del">
        <pc:chgData name="Jochen Mariën" userId="a4f8d9ed-3895-4365-b2d5-9432cb8a20d4" providerId="ADAL" clId="{356E6382-9B20-433D-9953-01900B9EF39A}" dt="2025-09-23T13:49:11.556" v="0" actId="2696"/>
        <pc:sldMkLst>
          <pc:docMk/>
          <pc:sldMk cId="1476502842" sldId="294"/>
        </pc:sldMkLst>
      </pc:sldChg>
      <pc:sldChg chg="del">
        <pc:chgData name="Jochen Mariën" userId="a4f8d9ed-3895-4365-b2d5-9432cb8a20d4" providerId="ADAL" clId="{356E6382-9B20-433D-9953-01900B9EF39A}" dt="2025-09-23T13:49:11.556" v="0" actId="2696"/>
        <pc:sldMkLst>
          <pc:docMk/>
          <pc:sldMk cId="2399312911" sldId="295"/>
        </pc:sldMkLst>
      </pc:sldChg>
    </pc:docChg>
  </pc:docChgLst>
  <pc:docChgLst>
    <pc:chgData name="Kristine Mangelschots" userId="f3152f8f-1017-4733-9e76-33dd9c43a1dc" providerId="ADAL" clId="{05A49D9E-96FD-417D-9E2F-1CB52DAA9A90}"/>
    <pc:docChg chg="undo custSel modSld">
      <pc:chgData name="Kristine Mangelschots" userId="f3152f8f-1017-4733-9e76-33dd9c43a1dc" providerId="ADAL" clId="{05A49D9E-96FD-417D-9E2F-1CB52DAA9A90}" dt="2022-08-24T08:16:52.264" v="30" actId="20577"/>
      <pc:docMkLst>
        <pc:docMk/>
      </pc:docMkLst>
      <pc:sldChg chg="delSp modSp mod">
        <pc:chgData name="Kristine Mangelschots" userId="f3152f8f-1017-4733-9e76-33dd9c43a1dc" providerId="ADAL" clId="{05A49D9E-96FD-417D-9E2F-1CB52DAA9A90}" dt="2022-08-24T08:07:50.738" v="3" actId="14100"/>
        <pc:sldMkLst>
          <pc:docMk/>
          <pc:sldMk cId="3503501734" sldId="257"/>
        </pc:sldMkLst>
      </pc:sldChg>
      <pc:sldChg chg="modSp mod">
        <pc:chgData name="Kristine Mangelschots" userId="f3152f8f-1017-4733-9e76-33dd9c43a1dc" providerId="ADAL" clId="{05A49D9E-96FD-417D-9E2F-1CB52DAA9A90}" dt="2022-08-24T08:11:03.834" v="5" actId="14100"/>
        <pc:sldMkLst>
          <pc:docMk/>
          <pc:sldMk cId="1413917546" sldId="264"/>
        </pc:sldMkLst>
      </pc:sldChg>
      <pc:sldChg chg="addSp delSp mod">
        <pc:chgData name="Kristine Mangelschots" userId="f3152f8f-1017-4733-9e76-33dd9c43a1dc" providerId="ADAL" clId="{05A49D9E-96FD-417D-9E2F-1CB52DAA9A90}" dt="2022-08-24T08:11:31.993" v="8" actId="478"/>
        <pc:sldMkLst>
          <pc:docMk/>
          <pc:sldMk cId="3545594292" sldId="265"/>
        </pc:sldMkLst>
      </pc:sldChg>
      <pc:sldChg chg="modSp mod">
        <pc:chgData name="Kristine Mangelschots" userId="f3152f8f-1017-4733-9e76-33dd9c43a1dc" providerId="ADAL" clId="{05A49D9E-96FD-417D-9E2F-1CB52DAA9A90}" dt="2022-08-24T08:16:20.265" v="28" actId="1582"/>
        <pc:sldMkLst>
          <pc:docMk/>
          <pc:sldMk cId="4116537878" sldId="270"/>
        </pc:sldMkLst>
      </pc:sldChg>
      <pc:sldChg chg="modSp mod">
        <pc:chgData name="Kristine Mangelschots" userId="f3152f8f-1017-4733-9e76-33dd9c43a1dc" providerId="ADAL" clId="{05A49D9E-96FD-417D-9E2F-1CB52DAA9A90}" dt="2022-08-24T08:16:52.264" v="30" actId="20577"/>
        <pc:sldMkLst>
          <pc:docMk/>
          <pc:sldMk cId="1413218804" sldId="272"/>
        </pc:sldMkLst>
      </pc:sldChg>
      <pc:sldChg chg="modSp mod">
        <pc:chgData name="Kristine Mangelschots" userId="f3152f8f-1017-4733-9e76-33dd9c43a1dc" providerId="ADAL" clId="{05A49D9E-96FD-417D-9E2F-1CB52DAA9A90}" dt="2022-08-24T08:15:47.970" v="26" actId="14100"/>
        <pc:sldMkLst>
          <pc:docMk/>
          <pc:sldMk cId="4292923881" sldId="273"/>
        </pc:sldMkLst>
      </pc:sldChg>
      <pc:sldChg chg="modSp mod">
        <pc:chgData name="Kristine Mangelschots" userId="f3152f8f-1017-4733-9e76-33dd9c43a1dc" providerId="ADAL" clId="{05A49D9E-96FD-417D-9E2F-1CB52DAA9A90}" dt="2022-08-24T08:15:34.902" v="25" actId="20577"/>
        <pc:sldMkLst>
          <pc:docMk/>
          <pc:sldMk cId="1829888262" sldId="275"/>
        </pc:sldMkLst>
      </pc:sldChg>
      <pc:sldChg chg="modSp mod">
        <pc:chgData name="Kristine Mangelschots" userId="f3152f8f-1017-4733-9e76-33dd9c43a1dc" providerId="ADAL" clId="{05A49D9E-96FD-417D-9E2F-1CB52DAA9A90}" dt="2022-08-24T08:13:43.070" v="15" actId="20577"/>
        <pc:sldMkLst>
          <pc:docMk/>
          <pc:sldMk cId="1047346810" sldId="277"/>
        </pc:sldMkLst>
      </pc:sldChg>
      <pc:sldChg chg="modSp mod">
        <pc:chgData name="Kristine Mangelschots" userId="f3152f8f-1017-4733-9e76-33dd9c43a1dc" providerId="ADAL" clId="{05A49D9E-96FD-417D-9E2F-1CB52DAA9A90}" dt="2022-08-24T08:14:04.616" v="16" actId="20577"/>
        <pc:sldMkLst>
          <pc:docMk/>
          <pc:sldMk cId="4061739640" sldId="278"/>
        </pc:sldMkLst>
      </pc:sldChg>
    </pc:docChg>
  </pc:docChgLst>
  <pc:docChgLst>
    <pc:chgData name="Ellen Torfs" userId="c6aa1e10-4a12-4511-8c7c-135720d4f277" providerId="ADAL" clId="{F82FCC81-A444-4B01-A1D8-4A3C9F17EF5E}"/>
    <pc:docChg chg="modSld">
      <pc:chgData name="Ellen Torfs" userId="c6aa1e10-4a12-4511-8c7c-135720d4f277" providerId="ADAL" clId="{F82FCC81-A444-4B01-A1D8-4A3C9F17EF5E}" dt="2018-09-19T06:48:35.840" v="0" actId="6549"/>
      <pc:docMkLst>
        <pc:docMk/>
      </pc:docMkLst>
      <pc:sldChg chg="modSp">
        <pc:chgData name="Ellen Torfs" userId="c6aa1e10-4a12-4511-8c7c-135720d4f277" providerId="ADAL" clId="{F82FCC81-A444-4B01-A1D8-4A3C9F17EF5E}" dt="2018-09-19T06:48:35.840" v="0" actId="6549"/>
        <pc:sldMkLst>
          <pc:docMk/>
          <pc:sldMk cId="2006118848" sldId="262"/>
        </pc:sldMkLst>
      </pc:sldChg>
    </pc:docChg>
  </pc:docChgLst>
  <pc:docChgLst>
    <pc:chgData name="Jochen Mariën" userId="a4f8d9ed-3895-4365-b2d5-9432cb8a20d4" providerId="ADAL" clId="{469C3D16-A691-4441-8154-A30B959950D5}"/>
    <pc:docChg chg="custSel addSld modSld">
      <pc:chgData name="Jochen Mariën" userId="a4f8d9ed-3895-4365-b2d5-9432cb8a20d4" providerId="ADAL" clId="{469C3D16-A691-4441-8154-A30B959950D5}" dt="2023-12-04T10:23:40.617" v="735" actId="20577"/>
      <pc:docMkLst>
        <pc:docMk/>
      </pc:docMkLst>
      <pc:sldChg chg="addSp modSp new mod modNotesTx">
        <pc:chgData name="Jochen Mariën" userId="a4f8d9ed-3895-4365-b2d5-9432cb8a20d4" providerId="ADAL" clId="{469C3D16-A691-4441-8154-A30B959950D5}" dt="2023-12-04T10:23:40.617" v="735" actId="20577"/>
        <pc:sldMkLst>
          <pc:docMk/>
          <pc:sldMk cId="2596842034" sldId="2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23/09/2025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23/09/2025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81586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you could install </a:t>
            </a:r>
            <a:r>
              <a:rPr lang="en-US" dirty="0" err="1"/>
              <a:t>linux</a:t>
            </a:r>
            <a:r>
              <a:rPr lang="en-US" dirty="0"/>
              <a:t> (without a </a:t>
            </a:r>
            <a:r>
              <a:rPr lang="en-US" dirty="0" err="1"/>
              <a:t>gui</a:t>
            </a:r>
            <a:r>
              <a:rPr lang="en-US" dirty="0"/>
              <a:t>) on a PC at home and leave it always on. Then buy the cheapest (or lightest) laptop you can find and install a </a:t>
            </a:r>
            <a:r>
              <a:rPr lang="en-US" dirty="0" err="1"/>
              <a:t>tailscale</a:t>
            </a:r>
            <a:r>
              <a:rPr lang="en-US" dirty="0"/>
              <a:t> tunnel on both the PC and the laptop. In class you always open a remote session from the laptop to the PC and work on the PC without noticing. This means you’ll have the raw processing power of a PC combined with a lightweight device. Win-win!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2299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https://www.youtube.com/watch?v=hilznKQij7A&amp;list=PLj6YeMhvp2S6uB23beQaffszlavLq3lNq</a:t>
            </a:r>
          </a:p>
          <a:p>
            <a:endParaRPr lang="nl-BE" dirty="0"/>
          </a:p>
          <a:p>
            <a:r>
              <a:rPr lang="nl-BE" dirty="0"/>
              <a:t>https://vscode.dev/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85047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5961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the last example: It’s a list comprehension. You’ll be seeing more of these in the next chapter!</a:t>
            </a:r>
          </a:p>
          <a:p>
            <a:r>
              <a:rPr lang="en-US" dirty="0"/>
              <a:t>To avoid the row with “[None, None” use “dummy = [print(…”, so you’ll save the output and prevent it </a:t>
            </a:r>
            <a:r>
              <a:rPr lang="en-US"/>
              <a:t>from printing.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501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reason is mainly versions. Suppose we have a notebook now that works with </a:t>
            </a:r>
            <a:r>
              <a:rPr lang="en-US" dirty="0" err="1"/>
              <a:t>numpy</a:t>
            </a:r>
            <a:r>
              <a:rPr lang="en-US" dirty="0"/>
              <a:t> version X. We upgrade our local python installation, install </a:t>
            </a:r>
            <a:r>
              <a:rPr lang="en-US" dirty="0" err="1"/>
              <a:t>numpy</a:t>
            </a:r>
            <a:r>
              <a:rPr lang="en-US" dirty="0"/>
              <a:t> version Y and all of a sudden our notebook doesn’t work anymore! If version X had been installed in a virtual environment that would not have been a problem.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88727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PowerShell won’t execute the activate-script, run:</a:t>
            </a:r>
          </a:p>
          <a:p>
            <a:endParaRPr lang="en-US" dirty="0"/>
          </a:p>
          <a:p>
            <a:r>
              <a:rPr lang="nl-BE" dirty="0"/>
              <a:t>Set-</a:t>
            </a:r>
            <a:r>
              <a:rPr lang="nl-BE" dirty="0" err="1"/>
              <a:t>ExecutionPolicy</a:t>
            </a:r>
            <a:r>
              <a:rPr lang="nl-BE" dirty="0"/>
              <a:t> </a:t>
            </a:r>
            <a:r>
              <a:rPr lang="nl-BE" dirty="0" err="1"/>
              <a:t>remotesigned</a:t>
            </a:r>
            <a:r>
              <a:rPr lang="nl-BE" dirty="0"/>
              <a:t> -scope </a:t>
            </a:r>
            <a:r>
              <a:rPr lang="nl-BE" dirty="0" err="1"/>
              <a:t>currentuser</a:t>
            </a:r>
            <a:endParaRPr lang="en-US" dirty="0"/>
          </a:p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544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93401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9">
            <a:extLst>
              <a:ext uri="{FF2B5EF4-FFF2-40B4-BE49-F238E27FC236}">
                <a16:creationId xmlns:a16="http://schemas.microsoft.com/office/drawing/2014/main" id="{FBAF35B5-7E2F-489C-AA38-83D52B9A7B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582705" y="1832120"/>
            <a:ext cx="1461245" cy="11351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350454-2D85-403C-B5B4-870BA60949E0}"/>
              </a:ext>
            </a:extLst>
          </p:cNvPr>
          <p:cNvSpPr txBox="1"/>
          <p:nvPr userDrawn="1"/>
        </p:nvSpPr>
        <p:spPr>
          <a:xfrm>
            <a:off x="1836761" y="1938046"/>
            <a:ext cx="8044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nl-BE" sz="5400" b="0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 </a:t>
            </a:r>
            <a:r>
              <a:rPr lang="nl-BE" sz="5400" b="0" err="1">
                <a:solidFill>
                  <a:schemeClr val="bg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science</a:t>
            </a:r>
            <a:endParaRPr lang="nl-BE" sz="5400" b="0">
              <a:solidFill>
                <a:schemeClr val="bg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23/09/2025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23/09/2025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23/09/2025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23/09/2025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23/09/2025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23/09/2025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23/09/2025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inite.com/" TargetMode="External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scode.dev/" TargetMode="External"/><Relationship Id="rId4" Type="http://schemas.openxmlformats.org/officeDocument/2006/relationships/hyperlink" Target="https://code.visualstudio.com/docs/editor/portable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ocs.github.com/en/get-started/writing-on-github/getting-started-with-writing-and-formatting-on-github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cs/datascience/jupyter-notebooks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hyperlink" Target="https://kencenerelli.wordpress.com/2018/03/25/visual-studio-code-multi-line-and-multi-cursor-editing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BE" dirty="0" err="1"/>
              <a:t>Chapter</a:t>
            </a:r>
            <a:r>
              <a:rPr lang="nl-BE" dirty="0"/>
              <a:t> 3 – Setting up </a:t>
            </a:r>
            <a:r>
              <a:rPr lang="nl-BE" dirty="0" err="1"/>
              <a:t>your</a:t>
            </a:r>
            <a:r>
              <a:rPr lang="nl-BE" dirty="0"/>
              <a:t> </a:t>
            </a:r>
            <a:r>
              <a:rPr lang="nl-BE" dirty="0" err="1"/>
              <a:t>working</a:t>
            </a:r>
            <a:r>
              <a:rPr lang="nl-BE" dirty="0"/>
              <a:t> environment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E1DAFC-FDB4-A785-52EC-B644849FDCCF}"/>
              </a:ext>
            </a:extLst>
          </p:cNvPr>
          <p:cNvSpPr txBox="1"/>
          <p:nvPr/>
        </p:nvSpPr>
        <p:spPr>
          <a:xfrm>
            <a:off x="1920240" y="2023110"/>
            <a:ext cx="5772150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Medium" panose="02040604050005020304" pitchFamily="18" charset="0"/>
              </a:rPr>
              <a:t>Artificial Intelligence</a:t>
            </a:r>
            <a:endParaRPr lang="en-BE" sz="4000" dirty="0">
              <a:solidFill>
                <a:schemeClr val="tx1">
                  <a:lumMod val="65000"/>
                  <a:lumOff val="35000"/>
                </a:schemeClr>
              </a:solidFill>
              <a:latin typeface="Amasis MT Pro Medium" panose="020406040500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4FA67-BA30-79A5-6907-219393E19333}"/>
              </a:ext>
            </a:extLst>
          </p:cNvPr>
          <p:cNvSpPr txBox="1"/>
          <p:nvPr/>
        </p:nvSpPr>
        <p:spPr>
          <a:xfrm rot="20674253">
            <a:off x="1758915" y="2885910"/>
            <a:ext cx="8674169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Note: Copied from Data Science </a:t>
            </a:r>
            <a:r>
              <a:rPr lang="en-US" sz="320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 2ITF</a:t>
            </a:r>
            <a:endParaRPr lang="en-US" sz="3200" dirty="0">
              <a:solidFill>
                <a:srgbClr val="FF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32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Only run when you need to reinstall Python</a:t>
            </a:r>
          </a:p>
        </p:txBody>
      </p:sp>
    </p:spTree>
    <p:extLst>
      <p:ext uri="{BB962C8B-B14F-4D97-AF65-F5344CB8AC3E}">
        <p14:creationId xmlns:p14="http://schemas.microsoft.com/office/powerpoint/2010/main" val="5433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82BCF-3FC1-E286-AFBF-1038E0456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will we be working with?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950E6-A0B7-5363-9349-5D917C4B3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Progamming</a:t>
            </a:r>
            <a:r>
              <a:rPr lang="en-US" dirty="0"/>
              <a:t> language: Python</a:t>
            </a:r>
          </a:p>
          <a:p>
            <a:r>
              <a:rPr lang="en-US" dirty="0"/>
              <a:t>IDE: Visual Studio Code</a:t>
            </a:r>
          </a:p>
          <a:p>
            <a:pPr lvl="1"/>
            <a:r>
              <a:rPr lang="en-US" dirty="0"/>
              <a:t>Integrated Development Environment</a:t>
            </a:r>
            <a:br>
              <a:rPr lang="en-US" dirty="0"/>
            </a:br>
            <a:endParaRPr lang="en-US" dirty="0"/>
          </a:p>
          <a:p>
            <a:r>
              <a:rPr lang="en-US" dirty="0"/>
              <a:t>Use a virtual environment in Python</a:t>
            </a:r>
          </a:p>
          <a:p>
            <a:r>
              <a:rPr lang="en-US" dirty="0"/>
              <a:t>Use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endParaRPr lang="en-US" dirty="0"/>
          </a:p>
          <a:p>
            <a:r>
              <a:rPr lang="en-US" dirty="0"/>
              <a:t>Note: this is an active PowerPoint. You are supposed to follow along.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67339-4492-8634-6A58-EA4F5E2C9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4594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C152-400E-5590-AACB-37337482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F1897-B527-3D48-C115-C04C3AFB3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few alternatives to Python for data science:</a:t>
            </a:r>
          </a:p>
          <a:p>
            <a:pPr lvl="1"/>
            <a:r>
              <a:rPr lang="en-US" dirty="0"/>
              <a:t>Julia: Python, but you can compile it, so it’s faster. Good when Python becomes too slow, but not ideal to start with.</a:t>
            </a:r>
          </a:p>
          <a:p>
            <a:pPr lvl="1"/>
            <a:r>
              <a:rPr lang="en-US" dirty="0"/>
              <a:t>R: Used mainly by statisticians, who were the first data scientists. Feels strange at first but is a very powerful language to work with data (importing/cleaning/creating graphs).  Preferred language to use in Business Intelligence tools.</a:t>
            </a:r>
          </a:p>
          <a:p>
            <a:r>
              <a:rPr lang="en-US" dirty="0"/>
              <a:t>We chose Python because it’s widely used.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38638-3CB5-FA2D-F9D0-4272BFC96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584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F42A-A55D-D9BF-F1E9-2DD39DE42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Windows, Linux or MacOS?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96E8F-EC76-154D-CFF4-1B9F36FFC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Our examples and screenshots will always be made on Windows</a:t>
            </a:r>
          </a:p>
          <a:p>
            <a:pPr lvl="1"/>
            <a:r>
              <a:rPr lang="en-US" dirty="0"/>
              <a:t>And we know our code works on Windows</a:t>
            </a:r>
          </a:p>
          <a:p>
            <a:pPr lvl="1"/>
            <a:r>
              <a:rPr lang="en-US" dirty="0"/>
              <a:t>Because the teachers exclusively use Windows (for this course)</a:t>
            </a:r>
          </a:p>
          <a:p>
            <a:r>
              <a:rPr lang="en-US" dirty="0"/>
              <a:t>But the tools we use are all cross-platform</a:t>
            </a:r>
          </a:p>
          <a:p>
            <a:pPr lvl="1"/>
            <a:r>
              <a:rPr lang="en-US" dirty="0"/>
              <a:t>You can use MacOS or Linux</a:t>
            </a:r>
          </a:p>
          <a:p>
            <a:r>
              <a:rPr lang="en-US" dirty="0"/>
              <a:t>So we decided:</a:t>
            </a:r>
          </a:p>
          <a:p>
            <a:pPr lvl="1"/>
            <a:r>
              <a:rPr lang="en-US" dirty="0"/>
              <a:t>You’re free to use any OS you like</a:t>
            </a:r>
          </a:p>
          <a:p>
            <a:pPr lvl="1"/>
            <a:r>
              <a:rPr lang="en-US" dirty="0"/>
              <a:t>If you have any issues with your code we will help you figure out what’s going on</a:t>
            </a:r>
          </a:p>
          <a:p>
            <a:pPr lvl="1"/>
            <a:r>
              <a:rPr lang="en-US" dirty="0"/>
              <a:t>But we reserve the right to say “I can’t find the problem so it’s probably because you don’t use Windows. You figure it out.”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1840E-8FAE-5688-90A7-DBCCACFF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36898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BEB90-C928-DC00-0B9F-9E557113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8753C-3E06-CEA7-45F5-237D10589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https://www.python.org/downloads/</a:t>
            </a:r>
            <a:endParaRPr lang="en-US" dirty="0"/>
          </a:p>
          <a:p>
            <a:r>
              <a:rPr lang="en-US" dirty="0"/>
              <a:t>Download the latest version</a:t>
            </a:r>
          </a:p>
          <a:p>
            <a:r>
              <a:rPr lang="en-US" dirty="0">
                <a:solidFill>
                  <a:srgbClr val="FF0000"/>
                </a:solidFill>
              </a:rPr>
              <a:t>DO NOT</a:t>
            </a:r>
            <a:r>
              <a:rPr lang="en-US" dirty="0"/>
              <a:t> quickly click next through the installation!</a:t>
            </a:r>
          </a:p>
          <a:p>
            <a:pPr lvl="1"/>
            <a:r>
              <a:rPr lang="en-US" dirty="0"/>
              <a:t>Check the following slides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AC47E-43C1-3B35-EAE7-1B88644E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0575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56B5-6B0F-3D18-A51E-2026F00D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0C2D9-055B-D250-0A04-E3A1F6701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screen:</a:t>
            </a:r>
          </a:p>
          <a:p>
            <a:pPr lvl="1"/>
            <a:r>
              <a:rPr lang="en-US" dirty="0"/>
              <a:t>“Add Python to path”</a:t>
            </a:r>
          </a:p>
          <a:p>
            <a:pPr lvl="1"/>
            <a:r>
              <a:rPr lang="en-US" dirty="0"/>
              <a:t>Click “Customize installation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F8BFC-1F39-CAEF-983D-553D8769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25ADA8-45A4-D134-94C6-8348D3C05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229" y="2681287"/>
            <a:ext cx="62484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09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6028-A6C4-B5CC-16A4-F8DCF6372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5E03D-5060-12F9-BF29-C56CFAFEB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Leave the following screen as it is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E6B02-C57C-CB19-5178-90A4A4F8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6A142-BC43-4672-426E-C986730D9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353" y="2585092"/>
            <a:ext cx="62484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40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4BA2-68D1-3E21-68C9-8CA511255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Python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C2E33-115F-448B-689C-5EC36573E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“Install Python for all users”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5360F-4698-D8F9-858E-6B913EC4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11EC5-E14F-B04B-BF84-22A0DB5D6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353" y="2498725"/>
            <a:ext cx="62484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467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61851-80C7-1B57-57A7-D69C02BA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Code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2D127-E33F-A8A4-2B89-3F0232D9F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Microsoft has had Visual Studio a long time</a:t>
            </a:r>
          </a:p>
          <a:p>
            <a:pPr lvl="1"/>
            <a:r>
              <a:rPr lang="en-US" dirty="0"/>
              <a:t>Since the nineties</a:t>
            </a:r>
          </a:p>
          <a:p>
            <a:pPr lvl="1"/>
            <a:r>
              <a:rPr lang="en-US" dirty="0"/>
              <a:t>Big, bulky program, only runs on Windows</a:t>
            </a:r>
          </a:p>
          <a:p>
            <a:r>
              <a:rPr lang="en-US" dirty="0"/>
              <a:t>But recently they released Visual Studio Code</a:t>
            </a:r>
          </a:p>
          <a:p>
            <a:pPr lvl="1"/>
            <a:r>
              <a:rPr lang="en-US" dirty="0"/>
              <a:t>Small and efficient</a:t>
            </a:r>
          </a:p>
          <a:p>
            <a:pPr lvl="1"/>
            <a:r>
              <a:rPr lang="en-US" dirty="0"/>
              <a:t>Open source</a:t>
            </a:r>
          </a:p>
          <a:p>
            <a:pPr lvl="1"/>
            <a:r>
              <a:rPr lang="en-US" dirty="0"/>
              <a:t>Works on any operating system</a:t>
            </a:r>
          </a:p>
          <a:p>
            <a:pPr lvl="1"/>
            <a:r>
              <a:rPr lang="en-US" dirty="0"/>
              <a:t>Can be used for any programming language (through plugins)</a:t>
            </a:r>
          </a:p>
          <a:p>
            <a:pPr lvl="1"/>
            <a:r>
              <a:rPr lang="en-US" dirty="0"/>
              <a:t>Integrates with </a:t>
            </a:r>
            <a:r>
              <a:rPr lang="en-US" dirty="0" err="1"/>
              <a:t>github</a:t>
            </a:r>
            <a:endParaRPr lang="en-US" dirty="0"/>
          </a:p>
          <a:p>
            <a:pPr lvl="1"/>
            <a:r>
              <a:rPr lang="en-US" dirty="0"/>
              <a:t>Can be used on a remote system</a:t>
            </a:r>
          </a:p>
          <a:p>
            <a:r>
              <a:rPr lang="en-US" dirty="0"/>
              <a:t>We’ll be using the second one.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7FD2C-8023-DD22-1179-99B183F8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94023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6AA2-A017-CCB6-584B-648AB3FFE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Visual Studio Code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9FA0-F530-C6EF-3627-4BB0F2E6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https://code.visualstudio.com/</a:t>
            </a:r>
            <a:endParaRPr lang="en-US" dirty="0"/>
          </a:p>
          <a:p>
            <a:r>
              <a:rPr lang="en-US" dirty="0"/>
              <a:t>Download the latest version for your operating system</a:t>
            </a:r>
          </a:p>
          <a:p>
            <a:r>
              <a:rPr lang="en-US" dirty="0"/>
              <a:t>Install using the default settings</a:t>
            </a:r>
          </a:p>
          <a:p>
            <a:endParaRPr lang="en-US" dirty="0"/>
          </a:p>
          <a:p>
            <a:r>
              <a:rPr lang="en-US" dirty="0"/>
              <a:t>Alternatives</a:t>
            </a:r>
          </a:p>
          <a:p>
            <a:pPr lvl="1"/>
            <a:r>
              <a:rPr lang="en-US" dirty="0"/>
              <a:t>Install using </a:t>
            </a:r>
            <a:r>
              <a:rPr lang="en-US" dirty="0">
                <a:hlinkClick r:id="rId3"/>
              </a:rPr>
              <a:t>https://ninite.com/</a:t>
            </a:r>
            <a:endParaRPr lang="en-US" dirty="0"/>
          </a:p>
          <a:p>
            <a:pPr lvl="1"/>
            <a:r>
              <a:rPr lang="en-US" dirty="0"/>
              <a:t>Install as a </a:t>
            </a:r>
            <a:r>
              <a:rPr lang="en-US" dirty="0">
                <a:hlinkClick r:id="rId4"/>
              </a:rPr>
              <a:t>portable app</a:t>
            </a:r>
            <a:endParaRPr lang="en-US" dirty="0"/>
          </a:p>
          <a:p>
            <a:pPr lvl="1"/>
            <a:r>
              <a:rPr lang="en-US" dirty="0"/>
              <a:t>Theoretically: use </a:t>
            </a:r>
            <a:r>
              <a:rPr lang="en-US" dirty="0">
                <a:hlinkClick r:id="rId5"/>
              </a:rPr>
              <a:t>https://vscode.dev/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D95C9-350A-C734-63D4-79DCD92B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2947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639C-B319-1B3E-CC4A-E90F085E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time usage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AD574-FA20-E1BA-457F-3A3A0B1DA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When using </a:t>
            </a:r>
            <a:r>
              <a:rPr lang="en-US" dirty="0" err="1"/>
              <a:t>VSCode</a:t>
            </a:r>
            <a:r>
              <a:rPr lang="en-US" dirty="0"/>
              <a:t> for the first time, it will ask a lot</a:t>
            </a:r>
          </a:p>
          <a:p>
            <a:pPr lvl="1"/>
            <a:r>
              <a:rPr lang="en-US" dirty="0"/>
              <a:t>Default color scheme</a:t>
            </a:r>
          </a:p>
          <a:p>
            <a:pPr lvl="1"/>
            <a:r>
              <a:rPr lang="en-US" dirty="0"/>
              <a:t>Sync your settings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All of these can be changed </a:t>
            </a:r>
            <a:r>
              <a:rPr lang="en-US"/>
              <a:t>later, so simply choose a nice color scheme </a:t>
            </a:r>
            <a:r>
              <a:rPr lang="en-US" dirty="0"/>
              <a:t>and close the window</a:t>
            </a:r>
          </a:p>
          <a:p>
            <a:r>
              <a:rPr lang="en-US" dirty="0"/>
              <a:t>When starting a new type of file, there will be boxes on the lower right corner</a:t>
            </a:r>
          </a:p>
          <a:p>
            <a:pPr lvl="1"/>
            <a:r>
              <a:rPr lang="en-US" dirty="0"/>
              <a:t>Click “install”, it’ll make your life easier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9764F-6E8D-E6A3-ED7F-45EB19F3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9F5E05-5808-A7DD-2481-320A42CBB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799" y="4860716"/>
            <a:ext cx="450595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71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2070B-38FB-682A-2CC7-73BE9FF30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 file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EC427-8B4D-0EB7-AE57-E188E7D49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</a:t>
            </a:r>
            <a:r>
              <a:rPr lang="en-US" dirty="0" err="1"/>
              <a:t>VSCode</a:t>
            </a:r>
            <a:r>
              <a:rPr lang="en-US" dirty="0"/>
              <a:t> as a text editor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open a file, edit it, and save it</a:t>
            </a:r>
          </a:p>
          <a:p>
            <a:r>
              <a:rPr lang="en-US" dirty="0"/>
              <a:t>If it’s code and you have the extension, you can run it</a:t>
            </a:r>
          </a:p>
          <a:p>
            <a:endParaRPr lang="en-US" dirty="0"/>
          </a:p>
          <a:p>
            <a:r>
              <a:rPr lang="en-US" dirty="0"/>
              <a:t>Although this works for some quick and dirty editing, it’s not the way you can get serious about developing</a:t>
            </a:r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B2922-25A8-73E4-E2B8-116A9025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299E85-3DB4-7B3D-7030-5C2AAE88A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335" y="2027157"/>
            <a:ext cx="9707330" cy="115268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868899-9E8F-9C11-53D3-98F8B825571F}"/>
              </a:ext>
            </a:extLst>
          </p:cNvPr>
          <p:cNvSpPr/>
          <p:nvPr/>
        </p:nvSpPr>
        <p:spPr>
          <a:xfrm>
            <a:off x="9944100" y="2362200"/>
            <a:ext cx="317500" cy="304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52B038-A56B-9921-1A64-5402C1361578}"/>
              </a:ext>
            </a:extLst>
          </p:cNvPr>
          <p:cNvCxnSpPr/>
          <p:nvPr/>
        </p:nvCxnSpPr>
        <p:spPr>
          <a:xfrm flipV="1">
            <a:off x="8610600" y="2667000"/>
            <a:ext cx="1333500" cy="10033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044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E2F2D-31D2-7E21-3DC4-68D938C9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a folder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E952A-F922-F8A0-E611-07FF40084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 1: create a folder</a:t>
            </a:r>
          </a:p>
          <a:p>
            <a:pPr lvl="1"/>
            <a:r>
              <a:rPr lang="en-US" dirty="0"/>
              <a:t>You can decide which folder-</a:t>
            </a:r>
            <a:br>
              <a:rPr lang="en-US" dirty="0"/>
            </a:br>
            <a:r>
              <a:rPr lang="en-US" dirty="0"/>
              <a:t>structure to use, but we assume</a:t>
            </a:r>
            <a:br>
              <a:rPr lang="en-US" dirty="0"/>
            </a:br>
            <a:r>
              <a:rPr lang="en-US" dirty="0"/>
              <a:t>you have some sort of a system</a:t>
            </a:r>
          </a:p>
          <a:p>
            <a:pPr lvl="1"/>
            <a:r>
              <a:rPr lang="en-US" dirty="0"/>
              <a:t>Keep this folder on </a:t>
            </a:r>
            <a:r>
              <a:rPr lang="en-US" dirty="0" err="1"/>
              <a:t>onedrive</a:t>
            </a:r>
            <a:r>
              <a:rPr lang="en-US" dirty="0"/>
              <a:t>, or google drive, or </a:t>
            </a:r>
            <a:r>
              <a:rPr lang="en-US" dirty="0" err="1"/>
              <a:t>dropbox</a:t>
            </a:r>
            <a:r>
              <a:rPr lang="en-US" dirty="0"/>
              <a:t>, or a USB-stick, or…</a:t>
            </a:r>
          </a:p>
          <a:p>
            <a:r>
              <a:rPr lang="en-US" dirty="0"/>
              <a:t>Step 2: in </a:t>
            </a:r>
            <a:r>
              <a:rPr lang="en-US" dirty="0" err="1"/>
              <a:t>VSCode</a:t>
            </a:r>
            <a:r>
              <a:rPr lang="en-US" dirty="0"/>
              <a:t>, open this folder</a:t>
            </a:r>
          </a:p>
          <a:p>
            <a:pPr lvl="1"/>
            <a:r>
              <a:rPr lang="en-US" dirty="0"/>
              <a:t>Everything you do in these folders will also</a:t>
            </a:r>
            <a:br>
              <a:rPr lang="en-US" dirty="0"/>
            </a:br>
            <a:r>
              <a:rPr lang="en-US" dirty="0"/>
              <a:t>happen on your hard-drive</a:t>
            </a:r>
          </a:p>
          <a:p>
            <a:pPr lvl="1"/>
            <a:r>
              <a:rPr lang="en-US" dirty="0"/>
              <a:t>(Like create a subfolder per lesson, …)</a:t>
            </a:r>
          </a:p>
          <a:p>
            <a:pPr lvl="1"/>
            <a:r>
              <a:rPr lang="en-US" dirty="0"/>
              <a:t>If you close </a:t>
            </a:r>
            <a:r>
              <a:rPr lang="en-US" dirty="0" err="1"/>
              <a:t>VSCode</a:t>
            </a:r>
            <a:r>
              <a:rPr lang="en-US" dirty="0"/>
              <a:t> and reopen it, you’ll be</a:t>
            </a:r>
            <a:br>
              <a:rPr lang="en-US" dirty="0"/>
            </a:br>
            <a:r>
              <a:rPr lang="en-US" dirty="0"/>
              <a:t>back inside this folder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C4CFA-1197-27ED-D8B4-A19A6465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0A0FD9-9A02-2EFD-BAC7-97F71AD4A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253" y="481448"/>
            <a:ext cx="5945135" cy="25792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4B73AD-7BDA-6FA1-169C-6D8C629B4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795" y="3863928"/>
            <a:ext cx="3439005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113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F53D1-99ED-4B0A-E440-12026B3D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Python-script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D3268-D6FA-F6DC-9D2C-7D863F584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a folder</a:t>
            </a:r>
          </a:p>
          <a:p>
            <a:r>
              <a:rPr lang="en-US" dirty="0"/>
              <a:t>Click the “Add file”-icon</a:t>
            </a:r>
          </a:p>
          <a:p>
            <a:r>
              <a:rPr lang="en-US" dirty="0"/>
              <a:t>Call the file “test_1.py”</a:t>
            </a:r>
          </a:p>
          <a:p>
            <a:r>
              <a:rPr lang="en-US" dirty="0"/>
              <a:t>Add Python code that prints “hello world”</a:t>
            </a:r>
          </a:p>
          <a:p>
            <a:r>
              <a:rPr lang="en-US" dirty="0"/>
              <a:t>Run the code using the little “play”-button in the upper right corner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730BD-3F79-8464-73E2-601ED21A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B9A909-7685-E926-9B4B-097D8B3760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608" t="38508" r="22619" b="43870"/>
          <a:stretch/>
        </p:blipFill>
        <p:spPr>
          <a:xfrm>
            <a:off x="4648200" y="2006600"/>
            <a:ext cx="609606" cy="5841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D40D13-A9B3-DF65-0829-F92974FFD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41" y="4267203"/>
            <a:ext cx="9669224" cy="24387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90C06B8-82E0-AD93-FF8E-29D6D2D70C6B}"/>
              </a:ext>
            </a:extLst>
          </p:cNvPr>
          <p:cNvSpPr/>
          <p:nvPr/>
        </p:nvSpPr>
        <p:spPr>
          <a:xfrm>
            <a:off x="9785350" y="4634006"/>
            <a:ext cx="317500" cy="3048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C1F976-6D79-7927-6E4B-0F9CDCF8CF0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429250" y="4087816"/>
            <a:ext cx="4356100" cy="69859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120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3E9A-BC54-6953-E572-67CC67DD9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Python-script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EC019-107E-1025-EB4C-A00A3E81C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code runs in a terminal below</a:t>
            </a:r>
          </a:p>
          <a:p>
            <a:r>
              <a:rPr lang="en-US" dirty="0"/>
              <a:t>The file is also saved in your folder</a:t>
            </a:r>
          </a:p>
          <a:p>
            <a:endParaRPr lang="en-US" dirty="0"/>
          </a:p>
          <a:p>
            <a:r>
              <a:rPr lang="en-US" dirty="0"/>
              <a:t>When creating Python-scripts, this is the way </a:t>
            </a:r>
            <a:r>
              <a:rPr lang="en-US"/>
              <a:t>to work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9190E-D39D-04C2-F49D-A917438D5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43244A-ACFF-B400-087E-BA52C312C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635" y="1550894"/>
            <a:ext cx="2905530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663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906F-BE4E-354A-CF5E-2C5D2ECC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markdown files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EEE3F-E4B9-B46C-B05E-2AC3C6263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we’ll be using markdown files</a:t>
            </a:r>
          </a:p>
          <a:p>
            <a:r>
              <a:rPr lang="en-US" dirty="0">
                <a:hlinkClick r:id="rId2"/>
              </a:rPr>
              <a:t>Markdown</a:t>
            </a:r>
            <a:r>
              <a:rPr lang="en-US" dirty="0"/>
              <a:t> is a way to style text using only simple markers, to help you write good looking text without using Word or HTML</a:t>
            </a:r>
          </a:p>
          <a:p>
            <a:r>
              <a:rPr lang="en-US" dirty="0"/>
              <a:t>In your example-folder, create a file and call it “test.md”</a:t>
            </a:r>
          </a:p>
          <a:p>
            <a:r>
              <a:rPr lang="en-US" dirty="0"/>
              <a:t>Add the following to the file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84A22-8491-AC07-B58B-D7198C83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10260-DB3A-AD59-792B-B87A0171B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943" y="4404867"/>
            <a:ext cx="2556114" cy="177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31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3E67-FD2A-7384-D1BE-BF514FC8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markdown files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5D3A-5415-2E29-B382-8F517DAE7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Save the file and right-click the tab, choosing “Open preview”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output will be the same file, but formatted</a:t>
            </a:r>
          </a:p>
          <a:p>
            <a:pPr lvl="1"/>
            <a:r>
              <a:rPr lang="en-US" dirty="0"/>
              <a:t>There are tags for adding code, images, links, …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36E81-F07F-67EB-E607-8B2D9D17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9F8E96-9B1A-A6C1-1B88-41D1604C8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279" y="2308467"/>
            <a:ext cx="3943900" cy="26387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CB1B3B-E1D7-147E-EA66-756BDD370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482" y="4947260"/>
            <a:ext cx="1914792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74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48B1-5BAD-9A2C-9BA4-139AB8DE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824D7-B4BC-AE4C-856B-CBC7F7013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did code and we did markdown, but can we combine them?</a:t>
            </a:r>
          </a:p>
          <a:p>
            <a:r>
              <a:rPr lang="en-US" dirty="0"/>
              <a:t>Yes! It’s called a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r>
              <a:rPr lang="en-US" dirty="0"/>
              <a:t>Create a new file called “test3.ipynb”</a:t>
            </a:r>
          </a:p>
          <a:p>
            <a:r>
              <a:rPr lang="en-US" dirty="0"/>
              <a:t>Add a markdown-cell and add some markdown-text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Click the checkmark on the top right to display formatted text</a:t>
            </a:r>
          </a:p>
          <a:p>
            <a:r>
              <a:rPr lang="en-US" dirty="0"/>
              <a:t>Double-click the formatted text to edit it again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9F56E-3CF0-2A6D-E578-A59B7A888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2975F-F490-0A8D-34C9-09160240E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442" y="3429000"/>
            <a:ext cx="6735115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75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33B8-E101-920C-51FF-094A62745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51D60-E8A3-5137-57D9-2EA76615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Create a couple of code-cells</a:t>
            </a:r>
          </a:p>
          <a:p>
            <a:r>
              <a:rPr lang="en-US" dirty="0"/>
              <a:t>In the first cell put “a = 1”</a:t>
            </a:r>
          </a:p>
          <a:p>
            <a:r>
              <a:rPr lang="en-US" dirty="0"/>
              <a:t>In the second cell put “print(a)”</a:t>
            </a:r>
          </a:p>
          <a:p>
            <a:r>
              <a:rPr lang="en-US" dirty="0"/>
              <a:t>Run both cells</a:t>
            </a:r>
          </a:p>
          <a:p>
            <a:pPr lvl="1"/>
            <a:r>
              <a:rPr lang="en-US" dirty="0"/>
              <a:t>If this is the first time you’re running </a:t>
            </a:r>
            <a:r>
              <a:rPr lang="en-US" dirty="0" err="1"/>
              <a:t>Jupyter</a:t>
            </a:r>
            <a:r>
              <a:rPr lang="en-US" dirty="0"/>
              <a:t> notebooks, </a:t>
            </a:r>
            <a:r>
              <a:rPr lang="en-US" dirty="0" err="1"/>
              <a:t>VSCode</a:t>
            </a:r>
            <a:r>
              <a:rPr lang="en-US" dirty="0"/>
              <a:t> will want to install a couple of things. Let them install.</a:t>
            </a:r>
          </a:p>
          <a:p>
            <a:r>
              <a:rPr lang="en-US" dirty="0"/>
              <a:t>Note how the variable you made in cell 1 still exists in the second cell</a:t>
            </a:r>
          </a:p>
          <a:p>
            <a:r>
              <a:rPr lang="en-US" dirty="0"/>
              <a:t>This is the big strength of </a:t>
            </a:r>
            <a:r>
              <a:rPr lang="en-US" dirty="0" err="1"/>
              <a:t>Jupyter</a:t>
            </a:r>
            <a:r>
              <a:rPr lang="en-US" dirty="0"/>
              <a:t> notebooks: you can try some code, create variables and based on the output of the code use the variables differently</a:t>
            </a:r>
          </a:p>
          <a:p>
            <a:pPr lvl="1"/>
            <a:r>
              <a:rPr lang="en-US" dirty="0"/>
              <a:t>Example: I imported this excel-file but the numbers are string. Better fix that before continuing.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58154-BFDF-1081-91DA-BA0AE98C0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36C701-9CB6-6493-BAE5-176FDE628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400" y="825132"/>
            <a:ext cx="1448002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73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BDE7-AB9A-FCAF-4867-ECD9ABE84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5B2F7-0590-288E-6C6F-F41A626A3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Delete the first cell</a:t>
            </a:r>
          </a:p>
          <a:p>
            <a:r>
              <a:rPr lang="en-US" dirty="0"/>
              <a:t>Now run the second cell again!</a:t>
            </a:r>
          </a:p>
          <a:p>
            <a:r>
              <a:rPr lang="en-US" dirty="0"/>
              <a:t>The print still works!</a:t>
            </a:r>
          </a:p>
          <a:p>
            <a:r>
              <a:rPr lang="en-US" dirty="0"/>
              <a:t>This is a pitfall: it’s not because you deleted a cell that the result of that cell is gone. The variables still exist and can still mess up your results.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679F1-8404-5D01-0107-35F33DF4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27C6D-578C-9EB4-F5EB-2BB1C235A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035" y="1671068"/>
            <a:ext cx="1838582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68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05FD-4CE6-8D87-6138-ECACD744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8750E-6612-63D2-9510-650087DB4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first cell put “print(b)”</a:t>
            </a:r>
          </a:p>
          <a:p>
            <a:r>
              <a:rPr lang="en-US" dirty="0"/>
              <a:t>In the second cell put “b = 2”</a:t>
            </a:r>
          </a:p>
          <a:p>
            <a:r>
              <a:rPr lang="en-US" dirty="0"/>
              <a:t>Run the second cell first and the first cell last</a:t>
            </a:r>
          </a:p>
          <a:p>
            <a:r>
              <a:rPr lang="en-US" dirty="0"/>
              <a:t>Works!</a:t>
            </a:r>
          </a:p>
          <a:p>
            <a:r>
              <a:rPr lang="en-US" dirty="0"/>
              <a:t>Another pitfall: when developing you move around the cells all the time. That is fine, but remember to always end up with a notebook that you can run top to bottom.</a:t>
            </a:r>
          </a:p>
          <a:p>
            <a:r>
              <a:rPr lang="en-US" dirty="0"/>
              <a:t>It’s impossible, or at least very frustrating, to recreate the order in which you ran cells earlier. Keep it clean and tidy.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15D5A-BCAC-C448-B67F-DA4B935A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E0799C-2324-B947-1F21-BC52F228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7473" y="1285140"/>
            <a:ext cx="1686160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039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A4612-87D9-0D92-4CEE-E16552CB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7B280-4D76-0FBD-8250-D278C5833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first cell overwrite the </a:t>
            </a:r>
            <a:r>
              <a:rPr lang="en-US" dirty="0" err="1"/>
              <a:t>len</a:t>
            </a:r>
            <a:r>
              <a:rPr lang="en-US" dirty="0"/>
              <a:t>-function</a:t>
            </a:r>
          </a:p>
          <a:p>
            <a:r>
              <a:rPr lang="en-US" dirty="0"/>
              <a:t>In the second cell, print the output of a </a:t>
            </a:r>
            <a:r>
              <a:rPr lang="en-US" dirty="0" err="1"/>
              <a:t>len</a:t>
            </a:r>
            <a:r>
              <a:rPr lang="en-US" dirty="0"/>
              <a:t>-function</a:t>
            </a:r>
          </a:p>
          <a:p>
            <a:endParaRPr lang="en-US" dirty="0"/>
          </a:p>
          <a:p>
            <a:r>
              <a:rPr lang="en-US" dirty="0"/>
              <a:t>Output checks out, but you just made the default </a:t>
            </a:r>
            <a:r>
              <a:rPr lang="en-US" dirty="0" err="1"/>
              <a:t>len</a:t>
            </a:r>
            <a:r>
              <a:rPr lang="en-US" dirty="0"/>
              <a:t>-function (length of a list or string) impossible to reach</a:t>
            </a:r>
          </a:p>
          <a:p>
            <a:r>
              <a:rPr lang="en-US" dirty="0"/>
              <a:t>Deleting the first cell won’t fix the problem (bad </a:t>
            </a:r>
            <a:r>
              <a:rPr lang="en-US" dirty="0" err="1"/>
              <a:t>len</a:t>
            </a:r>
            <a:r>
              <a:rPr lang="en-US" dirty="0"/>
              <a:t>-function is still in memory)</a:t>
            </a:r>
          </a:p>
          <a:p>
            <a:r>
              <a:rPr lang="en-US" dirty="0"/>
              <a:t>Solution: restart the kernel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BE5B5-43E4-0DB0-9B46-6144E982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3D6BBB-35C4-225A-AF77-A689C2EB7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5022" y="1033963"/>
            <a:ext cx="1943371" cy="20672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DA4CEA-ACF3-D91E-EC7D-2258E2BF1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091" y="5704603"/>
            <a:ext cx="4820323" cy="56205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C1657F-1CE2-8BF1-8EC3-C5947BF033F2}"/>
              </a:ext>
            </a:extLst>
          </p:cNvPr>
          <p:cNvSpPr/>
          <p:nvPr/>
        </p:nvSpPr>
        <p:spPr>
          <a:xfrm>
            <a:off x="5937250" y="5881818"/>
            <a:ext cx="704182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7CE6AB-465F-C9D6-7D50-1D7008A2FBBE}"/>
              </a:ext>
            </a:extLst>
          </p:cNvPr>
          <p:cNvCxnSpPr>
            <a:cxnSpLocks/>
          </p:cNvCxnSpPr>
          <p:nvPr/>
        </p:nvCxnSpPr>
        <p:spPr>
          <a:xfrm>
            <a:off x="4908884" y="5133474"/>
            <a:ext cx="1469434" cy="76387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72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88803-D8B0-C786-FCD1-509A513F6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Using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F61C7-6281-63FB-2564-D95A96D48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restarting all variables and functions are lost</a:t>
            </a:r>
          </a:p>
          <a:p>
            <a:r>
              <a:rPr lang="en-US" dirty="0"/>
              <a:t>You start over</a:t>
            </a:r>
          </a:p>
          <a:p>
            <a:r>
              <a:rPr lang="en-US" dirty="0"/>
              <a:t>If you are a particularly messy developer, restart your kernel by the end of the session</a:t>
            </a:r>
          </a:p>
          <a:p>
            <a:pPr lvl="1"/>
            <a:r>
              <a:rPr lang="en-US" dirty="0"/>
              <a:t>If you can still run all cells top to bottom, it’s fine</a:t>
            </a:r>
          </a:p>
          <a:p>
            <a:pPr lvl="1"/>
            <a:r>
              <a:rPr lang="en-US" dirty="0"/>
              <a:t>If you can’t anymore, something is wrong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BD8AF-3FA3-452D-CDF4-C6A5A7EA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19947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25500-BDF9-C49A-F7FC-2FBB1DF8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Using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DBB1-2433-41B9-933C-BD156FEB4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8241255" cy="4626069"/>
          </a:xfrm>
        </p:spPr>
        <p:txBody>
          <a:bodyPr/>
          <a:lstStyle/>
          <a:p>
            <a:r>
              <a:rPr lang="en-US" dirty="0"/>
              <a:t>To print the contents of a variable, you can use print()</a:t>
            </a:r>
          </a:p>
          <a:p>
            <a:endParaRPr lang="en-US" dirty="0"/>
          </a:p>
          <a:p>
            <a:r>
              <a:rPr lang="en-US" dirty="0"/>
              <a:t>But notebooks also print the output of whatever the last statement in the code-block is</a:t>
            </a:r>
          </a:p>
          <a:p>
            <a:pPr lvl="1"/>
            <a:r>
              <a:rPr lang="en-US" dirty="0"/>
              <a:t>A variable</a:t>
            </a:r>
          </a:p>
          <a:p>
            <a:pPr lvl="1"/>
            <a:r>
              <a:rPr lang="en-US" dirty="0"/>
              <a:t>Output of a function</a:t>
            </a:r>
          </a:p>
          <a:p>
            <a:endParaRPr lang="en-US" dirty="0"/>
          </a:p>
          <a:p>
            <a:r>
              <a:rPr lang="en-US" dirty="0"/>
              <a:t>Not however</a:t>
            </a:r>
          </a:p>
          <a:p>
            <a:pPr lvl="1"/>
            <a:r>
              <a:rPr lang="en-US" dirty="0"/>
              <a:t>This only works with the last function</a:t>
            </a:r>
          </a:p>
          <a:p>
            <a:pPr lvl="1"/>
            <a:r>
              <a:rPr lang="en-US" dirty="0"/>
              <a:t>If the last function has no return-value, None is printed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8C0AA-F556-0736-DF5A-6CA206E85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43274A-3504-086F-060A-733A6601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587" y="1285140"/>
            <a:ext cx="2067213" cy="13813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932623-1681-E053-72EF-0E0BC658D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587" y="2666458"/>
            <a:ext cx="1457528" cy="145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4ABD03-EBE0-43F1-105D-5E9993F0A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586" y="2898239"/>
            <a:ext cx="1876687" cy="10669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A80ECF-22BB-8142-1E8A-FC7E71AC61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586" y="4149844"/>
            <a:ext cx="2495898" cy="12955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590320-4588-2776-9C37-FF0E8657EFAE}"/>
              </a:ext>
            </a:extLst>
          </p:cNvPr>
          <p:cNvSpPr txBox="1"/>
          <p:nvPr/>
        </p:nvSpPr>
        <p:spPr>
          <a:xfrm>
            <a:off x="8245322" y="4256049"/>
            <a:ext cx="2377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Variable a isn’t printed!</a:t>
            </a:r>
            <a:endParaRPr lang="en-BE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C817EA9-0ECE-967C-89DE-04D9C106C8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6006" y="4955209"/>
            <a:ext cx="2848373" cy="18004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DEC1ACE-F064-FB8C-60F2-053E8CBAD1FE}"/>
              </a:ext>
            </a:extLst>
          </p:cNvPr>
          <p:cNvSpPr txBox="1"/>
          <p:nvPr/>
        </p:nvSpPr>
        <p:spPr>
          <a:xfrm>
            <a:off x="3593208" y="6322125"/>
            <a:ext cx="530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last row is the output of the list comprehension -&gt;</a:t>
            </a:r>
            <a:endParaRPr lang="en-B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842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3A9BA-E4FB-C4A5-E8B0-8A8552CE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DC18A-F5EC-4D26-D86B-A4EF2A0CE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doing data science, you use a lot of libraries</a:t>
            </a:r>
          </a:p>
          <a:p>
            <a:pPr lvl="1"/>
            <a:r>
              <a:rPr lang="en-US" dirty="0"/>
              <a:t>Pandas, matplotlib, </a:t>
            </a:r>
            <a:r>
              <a:rPr lang="en-US" dirty="0" err="1"/>
              <a:t>numpy</a:t>
            </a:r>
            <a:r>
              <a:rPr lang="en-US" dirty="0"/>
              <a:t>, seaborn, …</a:t>
            </a:r>
          </a:p>
          <a:p>
            <a:r>
              <a:rPr lang="en-US" dirty="0"/>
              <a:t>These libraries are open source packages of code that have been written and that we can use on our own system</a:t>
            </a:r>
          </a:p>
          <a:p>
            <a:r>
              <a:rPr lang="en-US" dirty="0"/>
              <a:t>You can install them using pip:</a:t>
            </a:r>
            <a:r>
              <a:rPr lang="en-US" dirty="0">
                <a:solidFill>
                  <a:srgbClr val="FF0000"/>
                </a:solidFill>
              </a:rPr>
              <a:t> (Do not do this on your own system yet!)</a:t>
            </a:r>
            <a:endParaRPr lang="en-BE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CC67B-3C05-DC76-F021-D29C18C8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EE4136-BBA5-5168-F460-2862E84BC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012" y="4046404"/>
            <a:ext cx="920243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709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CE7A-F0D3-BAB1-2B6C-734D2034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9AE34-4B2D-5CF7-72BF-8464BE72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But the problem?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just installed </a:t>
            </a:r>
            <a:r>
              <a:rPr lang="en-US" dirty="0" err="1"/>
              <a:t>numpy</a:t>
            </a:r>
            <a:r>
              <a:rPr lang="en-US" dirty="0"/>
              <a:t> on our system. This means that </a:t>
            </a:r>
            <a:r>
              <a:rPr lang="en-US" dirty="0" err="1"/>
              <a:t>numpy</a:t>
            </a:r>
            <a:r>
              <a:rPr lang="en-US" dirty="0"/>
              <a:t> will be available on every python-session we use, and that is not a best practice.</a:t>
            </a:r>
          </a:p>
          <a:p>
            <a:r>
              <a:rPr lang="en-US" dirty="0"/>
              <a:t>A rule of thumb: never install packages on your system, install them in a virtual environment</a:t>
            </a:r>
          </a:p>
          <a:p>
            <a:r>
              <a:rPr lang="en-US" dirty="0"/>
              <a:t>And another rule of thumb: create a new virtual environment for every new project you start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D3462-516E-3FA8-2998-A76E4BF1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E9DFA7-6C7D-6073-0C0E-CEDAC9EA2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933" y="2104840"/>
            <a:ext cx="529663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652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1BDC-D5CF-AF26-E435-3E89C041A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F43F7-3909-FB7B-96F8-432259244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(This you can do)</a:t>
            </a:r>
          </a:p>
          <a:p>
            <a:r>
              <a:rPr lang="en-US" dirty="0"/>
              <a:t>Open </a:t>
            </a:r>
            <a:r>
              <a:rPr lang="en-US" dirty="0" err="1"/>
              <a:t>VSCode</a:t>
            </a:r>
            <a:r>
              <a:rPr lang="en-US" dirty="0"/>
              <a:t> and select “New terminal” on top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the terminal, type:</a:t>
            </a:r>
          </a:p>
          <a:p>
            <a:pPr lvl="1"/>
            <a:r>
              <a:rPr lang="en-US" dirty="0"/>
              <a:t>Note: these are two separate commands, to be run on two different lines</a:t>
            </a:r>
          </a:p>
          <a:p>
            <a:endParaRPr lang="en-US" dirty="0"/>
          </a:p>
          <a:p>
            <a:r>
              <a:rPr lang="en-US" dirty="0"/>
              <a:t>The terminal changes to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C3875-826D-B4AF-F5FD-FB2A5546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356AD-6ABC-32B0-12C6-F318433F3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803" y="2524052"/>
            <a:ext cx="6458851" cy="1047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39AEAA-38DD-6B53-1770-5736CA5A1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489" y="3826809"/>
            <a:ext cx="3435527" cy="6984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1F0B6B-E0A5-7B3A-F992-3D8353A184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307" y="5638644"/>
            <a:ext cx="6948388" cy="29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45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8739-C614-FC62-6992-3FA8C6AC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C7F39-6F63-4488-CF0C-BA3781D31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library you now install ends up in the </a:t>
            </a:r>
            <a:r>
              <a:rPr lang="en-US" dirty="0" err="1"/>
              <a:t>venv</a:t>
            </a:r>
            <a:r>
              <a:rPr lang="en-US" dirty="0"/>
              <a:t>-subfolder: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that is where they belong, nice and close to</a:t>
            </a:r>
            <a:br>
              <a:rPr lang="en-US" dirty="0"/>
            </a:br>
            <a:r>
              <a:rPr lang="en-US" dirty="0"/>
              <a:t>the code that is using them</a:t>
            </a:r>
            <a:endParaRPr lang="en-BE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7A539-0288-4097-2A81-88D42DEF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28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CC5790-F536-BA5B-1287-6A4F22420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037" y="2609736"/>
            <a:ext cx="6087325" cy="819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08D844-8FD9-924A-103A-D7A75736E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165" y="2185814"/>
            <a:ext cx="2400635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86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E2A0-3628-A019-DEB2-E357CAB5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Venv</a:t>
            </a:r>
            <a:r>
              <a:rPr lang="en-US" dirty="0">
                <a:latin typeface="Calibri"/>
                <a:cs typeface="Calibri"/>
              </a:rPr>
              <a:t> in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B70A-4D76-5D56-706B-29882823E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you have created a virtual environment it will be suggested as a ‘kernel’</a:t>
            </a:r>
          </a:p>
          <a:p>
            <a:pPr lvl="1"/>
            <a:r>
              <a:rPr lang="en-US" dirty="0"/>
              <a:t>Open ‘test3.ipynb’</a:t>
            </a:r>
          </a:p>
          <a:p>
            <a:pPr lvl="1"/>
            <a:r>
              <a:rPr lang="en-US" dirty="0"/>
              <a:t>Check the current</a:t>
            </a:r>
          </a:p>
          <a:p>
            <a:pPr lvl="1"/>
            <a:r>
              <a:rPr lang="en-US" dirty="0"/>
              <a:t>kernel in the top right</a:t>
            </a:r>
          </a:p>
          <a:p>
            <a:r>
              <a:rPr lang="en-US" dirty="0"/>
              <a:t>Click the current kernel to select a new one</a:t>
            </a:r>
          </a:p>
          <a:p>
            <a:pPr lvl="1"/>
            <a:r>
              <a:rPr lang="en-US" dirty="0"/>
              <a:t>After some clicking on the top of</a:t>
            </a:r>
            <a:br>
              <a:rPr lang="en-US" dirty="0"/>
            </a:br>
            <a:r>
              <a:rPr lang="en-US" dirty="0" err="1"/>
              <a:t>VSCode</a:t>
            </a:r>
            <a:r>
              <a:rPr lang="en-US" dirty="0"/>
              <a:t> you can select it</a:t>
            </a:r>
          </a:p>
          <a:p>
            <a:pPr lvl="1"/>
            <a:r>
              <a:rPr lang="en-US" dirty="0"/>
              <a:t>(Also install the </a:t>
            </a:r>
            <a:r>
              <a:rPr lang="en-US" dirty="0" err="1"/>
              <a:t>ipykernel</a:t>
            </a:r>
            <a:r>
              <a:rPr lang="en-US" dirty="0"/>
              <a:t> package</a:t>
            </a:r>
            <a:br>
              <a:rPr lang="en-US" dirty="0"/>
            </a:br>
            <a:r>
              <a:rPr lang="en-US" dirty="0"/>
              <a:t>when asked to do so)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C9579-2F2C-EB9D-9DBA-43FB3D85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29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4EC0C4-8191-B93A-EEBB-5C6CCD949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38" y="2514472"/>
            <a:ext cx="6858957" cy="9145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8A6945-8353-1369-22C4-3E1DB957E5EC}"/>
              </a:ext>
            </a:extLst>
          </p:cNvPr>
          <p:cNvSpPr/>
          <p:nvPr/>
        </p:nvSpPr>
        <p:spPr>
          <a:xfrm>
            <a:off x="10423432" y="3006063"/>
            <a:ext cx="1185863" cy="3848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ADF8F3-89EB-5F7B-A4E5-FD71FFCA8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518" y="4166102"/>
            <a:ext cx="5782482" cy="14003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E9F651-08B8-AE80-F94A-BA73E4148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371" y="5744188"/>
            <a:ext cx="2935657" cy="86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20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1196-2B1B-4DD9-E533-01CAFF0B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libri"/>
                <a:cs typeface="Calibri"/>
              </a:rPr>
              <a:t>Venv</a:t>
            </a:r>
            <a:r>
              <a:rPr lang="en-US" dirty="0">
                <a:latin typeface="Calibri"/>
                <a:cs typeface="Calibri"/>
              </a:rPr>
              <a:t> in </a:t>
            </a:r>
            <a:r>
              <a:rPr lang="en-US" dirty="0" err="1"/>
              <a:t>Jupyter</a:t>
            </a:r>
            <a:r>
              <a:rPr lang="en-US" dirty="0">
                <a:latin typeface="Calibri"/>
                <a:cs typeface="Calibri"/>
              </a:rPr>
              <a:t> notebooks</a:t>
            </a:r>
            <a:endParaRPr lang="en-BE" dirty="0">
              <a:latin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7CE7E-B052-CC89-3C25-DD9F8A7BA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Everytime</a:t>
            </a:r>
            <a:r>
              <a:rPr lang="en-US" dirty="0"/>
              <a:t> you open a new notebook it will ask you which kernel to use</a:t>
            </a:r>
          </a:p>
          <a:p>
            <a:r>
              <a:rPr lang="en-US" dirty="0"/>
              <a:t>Always select the </a:t>
            </a:r>
            <a:r>
              <a:rPr lang="en-US" dirty="0" err="1"/>
              <a:t>venv</a:t>
            </a:r>
            <a:r>
              <a:rPr lang="en-US" dirty="0"/>
              <a:t> you just made, never the default Python installation</a:t>
            </a:r>
          </a:p>
          <a:p>
            <a:endParaRPr lang="en-US" dirty="0"/>
          </a:p>
          <a:p>
            <a:r>
              <a:rPr lang="en-US" dirty="0"/>
              <a:t>Nice to know: want a </a:t>
            </a:r>
            <a:r>
              <a:rPr lang="en-US" dirty="0" err="1"/>
              <a:t>venv</a:t>
            </a:r>
            <a:r>
              <a:rPr lang="en-US" dirty="0"/>
              <a:t> in an older version of Python?</a:t>
            </a:r>
          </a:p>
          <a:p>
            <a:pPr lvl="1"/>
            <a:r>
              <a:rPr lang="en-US" dirty="0"/>
              <a:t>Install the older version of Python, but don’t let it register in the path</a:t>
            </a:r>
          </a:p>
          <a:p>
            <a:pPr lvl="1"/>
            <a:r>
              <a:rPr lang="en-US" dirty="0"/>
              <a:t>Create the new </a:t>
            </a:r>
            <a:r>
              <a:rPr lang="en-US" dirty="0" err="1"/>
              <a:t>venv</a:t>
            </a:r>
            <a:r>
              <a:rPr lang="en-US" dirty="0"/>
              <a:t> using the full path to the new (old version of) Python</a:t>
            </a:r>
          </a:p>
          <a:p>
            <a:pPr lvl="1"/>
            <a:r>
              <a:rPr lang="en-US" dirty="0"/>
              <a:t>That </a:t>
            </a:r>
            <a:r>
              <a:rPr lang="en-US" dirty="0" err="1"/>
              <a:t>venv</a:t>
            </a:r>
            <a:r>
              <a:rPr lang="en-US" dirty="0"/>
              <a:t> will from now on always use the old Python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311CE-2939-5E44-6433-B537F44B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0852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6975-1D95-E88C-9072-EEE9FD0C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Filling a </a:t>
            </a:r>
            <a:r>
              <a:rPr lang="en-US" dirty="0" err="1"/>
              <a:t>venv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C17C3-4396-3028-9AE6-707EC5DBC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be using quite a lot of libraries in this course</a:t>
            </a:r>
          </a:p>
          <a:p>
            <a:r>
              <a:rPr lang="en-US" dirty="0"/>
              <a:t>You can install new libraries using “pip install …”</a:t>
            </a:r>
          </a:p>
          <a:p>
            <a:r>
              <a:rPr lang="en-US" dirty="0"/>
              <a:t>And you can run this in a code cell by saying “</a:t>
            </a:r>
            <a:r>
              <a:rPr lang="en-US" dirty="0">
                <a:solidFill>
                  <a:srgbClr val="FF0000"/>
                </a:solidFill>
              </a:rPr>
              <a:t>!</a:t>
            </a:r>
            <a:r>
              <a:rPr lang="en-US" dirty="0"/>
              <a:t>pip install …”</a:t>
            </a:r>
          </a:p>
          <a:p>
            <a:r>
              <a:rPr lang="en-US" dirty="0"/>
              <a:t>And you can freeze an environment by using “pip freeze”</a:t>
            </a:r>
          </a:p>
          <a:p>
            <a:endParaRPr lang="en-US" dirty="0"/>
          </a:p>
          <a:p>
            <a:r>
              <a:rPr lang="en-US" dirty="0"/>
              <a:t>All information in the notebook called “1 - Working with a </a:t>
            </a:r>
            <a:r>
              <a:rPr lang="en-US" dirty="0" err="1"/>
              <a:t>venv.ipynb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In the exercises-folder</a:t>
            </a:r>
          </a:p>
          <a:p>
            <a:pPr lvl="1"/>
            <a:r>
              <a:rPr lang="en-US" dirty="0"/>
              <a:t>Run it now!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A5833-25CD-4D92-446A-4CA8AE84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81472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C2D1-C78D-8EEB-A6B1-E7CE222AA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Venv</a:t>
            </a:r>
            <a:r>
              <a:rPr lang="en-US" dirty="0"/>
              <a:t> in </a:t>
            </a:r>
            <a:r>
              <a:rPr lang="en-US"/>
              <a:t>github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F828-38D3-3D20-6587-486E26FBE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suppose you are working with a </a:t>
            </a:r>
            <a:r>
              <a:rPr lang="en-US" dirty="0" err="1"/>
              <a:t>venv</a:t>
            </a:r>
            <a:r>
              <a:rPr lang="en-US" dirty="0"/>
              <a:t> in a folder that is synced with </a:t>
            </a:r>
            <a:r>
              <a:rPr lang="en-US" dirty="0" err="1"/>
              <a:t>github</a:t>
            </a:r>
            <a:r>
              <a:rPr lang="en-US" dirty="0"/>
              <a:t>, do you want to upload your </a:t>
            </a:r>
            <a:r>
              <a:rPr lang="en-US" dirty="0" err="1"/>
              <a:t>venv</a:t>
            </a:r>
            <a:r>
              <a:rPr lang="en-US" dirty="0"/>
              <a:t> to </a:t>
            </a:r>
            <a:r>
              <a:rPr lang="en-US" dirty="0" err="1"/>
              <a:t>github</a:t>
            </a:r>
            <a:r>
              <a:rPr lang="en-US" dirty="0"/>
              <a:t>?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4000" dirty="0">
                <a:solidFill>
                  <a:srgbClr val="FF0000"/>
                </a:solidFill>
              </a:rPr>
              <a:t>No.</a:t>
            </a:r>
          </a:p>
          <a:p>
            <a:endParaRPr lang="en-US" dirty="0"/>
          </a:p>
          <a:p>
            <a:r>
              <a:rPr lang="en-US" dirty="0"/>
              <a:t>You do want to run a pip freeze every now and then and upload the requirements file</a:t>
            </a:r>
          </a:p>
          <a:p>
            <a:r>
              <a:rPr lang="en-US" dirty="0"/>
              <a:t>To prevent uploading the </a:t>
            </a:r>
            <a:r>
              <a:rPr lang="en-US" dirty="0" err="1"/>
              <a:t>venv</a:t>
            </a:r>
            <a:r>
              <a:rPr lang="en-US" dirty="0"/>
              <a:t> to </a:t>
            </a:r>
            <a:r>
              <a:rPr lang="en-US" dirty="0" err="1"/>
              <a:t>github</a:t>
            </a:r>
            <a:r>
              <a:rPr lang="en-US" dirty="0"/>
              <a:t>: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2154F-879D-2B30-EDA9-F3B18E30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32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A81C76-6A5A-6E7F-1438-43F1302FD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630" y="4942868"/>
            <a:ext cx="2512078" cy="155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4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A3EA-8BCD-2AFB-2759-9D4F7723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EF166-635B-230A-C803-76A551F2C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BE" dirty="0">
                <a:hlinkClick r:id="rId2"/>
              </a:rPr>
              <a:t>https://code.visualstudio.com/docs/datascience/jupyter-notebooks</a:t>
            </a:r>
            <a:endParaRPr lang="nl-BE" dirty="0"/>
          </a:p>
          <a:p>
            <a:endParaRPr lang="nl-BE" dirty="0"/>
          </a:p>
          <a:p>
            <a:r>
              <a:rPr lang="nl-BE" dirty="0"/>
              <a:t>Read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above</a:t>
            </a:r>
            <a:r>
              <a:rPr lang="nl-BE" dirty="0"/>
              <a:t> </a:t>
            </a:r>
            <a:r>
              <a:rPr lang="nl-BE" dirty="0" err="1"/>
              <a:t>article</a:t>
            </a:r>
            <a:r>
              <a:rPr lang="nl-BE" dirty="0"/>
              <a:t>. It </a:t>
            </a:r>
            <a:r>
              <a:rPr lang="nl-BE" dirty="0" err="1"/>
              <a:t>will</a:t>
            </a:r>
            <a:r>
              <a:rPr lang="nl-BE" dirty="0"/>
              <a:t> speed up </a:t>
            </a:r>
            <a:r>
              <a:rPr lang="nl-BE" dirty="0" err="1"/>
              <a:t>your</a:t>
            </a:r>
            <a:r>
              <a:rPr lang="nl-BE" dirty="0"/>
              <a:t> development </a:t>
            </a:r>
            <a:r>
              <a:rPr lang="nl-BE" dirty="0" err="1"/>
              <a:t>enormously</a:t>
            </a:r>
            <a:r>
              <a:rPr lang="nl-BE" dirty="0"/>
              <a:t>.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35EA-CF8F-8C7D-020A-4F03273EC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4264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F30F-7CC9-8E97-386C-3AC3415F9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Copilot and </a:t>
            </a:r>
            <a:r>
              <a:rPr lang="en-US" dirty="0" err="1"/>
              <a:t>Codeium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455A-EF76-47AF-8867-2B00D8D1D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Copilot and </a:t>
            </a:r>
            <a:r>
              <a:rPr lang="en-US" dirty="0" err="1"/>
              <a:t>Codeium</a:t>
            </a:r>
            <a:r>
              <a:rPr lang="en-US" dirty="0"/>
              <a:t> are two </a:t>
            </a:r>
            <a:r>
              <a:rPr lang="en-US" dirty="0" err="1"/>
              <a:t>VSCode</a:t>
            </a:r>
            <a:r>
              <a:rPr lang="en-US" dirty="0"/>
              <a:t>-plugins that will help you write code</a:t>
            </a:r>
          </a:p>
          <a:p>
            <a:r>
              <a:rPr lang="en-US" dirty="0"/>
              <a:t>Basically, when you write a comment they look it up for you in Google and paste the code they found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They are great tools that you should be using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88E9E-37D8-1F30-A475-08D4F0F0A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34</a:t>
            </a:fld>
            <a:endParaRPr lang="nl-BE"/>
          </a:p>
        </p:txBody>
      </p:sp>
      <p:pic>
        <p:nvPicPr>
          <p:cNvPr id="8" name="Picture 7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7E4E9DEB-0E2A-D168-627A-78603ABE0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884" y="2927614"/>
            <a:ext cx="3378231" cy="193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997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F6910-1B85-2EA6-5069-96F913D17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Multiline cursor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FC97-D836-8D56-01EC-C04245E20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 needed to do the same thing on multiple lines?</a:t>
            </a:r>
          </a:p>
          <a:p>
            <a:r>
              <a:rPr lang="nl-BE" dirty="0">
                <a:hlinkClick r:id="rId2"/>
              </a:rPr>
              <a:t>Multicursor editing!</a:t>
            </a:r>
            <a:endParaRPr lang="en-US" dirty="0"/>
          </a:p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E6616-E716-5CF5-B0FE-06F343FF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35</a:t>
            </a:fld>
            <a:endParaRPr lang="nl-BE"/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0B2F7AB5-AD89-69DA-3480-0FF59D357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387" y="3429000"/>
            <a:ext cx="446722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390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D688E-4C90-6F92-22BD-A725454F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in your browser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63A92-9F21-B956-2B8A-55B1E34B5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Tired of looking at the same </a:t>
            </a:r>
            <a:r>
              <a:rPr lang="en-US" dirty="0" err="1"/>
              <a:t>VSCode</a:t>
            </a:r>
            <a:r>
              <a:rPr lang="en-US" dirty="0"/>
              <a:t> interface?</a:t>
            </a:r>
          </a:p>
          <a:p>
            <a:r>
              <a:rPr lang="en-US" dirty="0"/>
              <a:t>Try </a:t>
            </a:r>
            <a:r>
              <a:rPr lang="en-US" dirty="0" err="1"/>
              <a:t>Jupyter</a:t>
            </a:r>
            <a:r>
              <a:rPr lang="en-US" dirty="0"/>
              <a:t> in your browser!</a:t>
            </a:r>
          </a:p>
          <a:p>
            <a:pPr lvl="1"/>
            <a:r>
              <a:rPr lang="en-US" dirty="0"/>
              <a:t>‘pip install </a:t>
            </a:r>
            <a:r>
              <a:rPr lang="en-US" dirty="0" err="1"/>
              <a:t>jupyter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‘</a:t>
            </a:r>
            <a:r>
              <a:rPr lang="en-US" dirty="0" err="1"/>
              <a:t>jupyter</a:t>
            </a:r>
            <a:r>
              <a:rPr lang="en-US" dirty="0"/>
              <a:t> notebook’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Note: during class we prefer</a:t>
            </a:r>
            <a:br>
              <a:rPr lang="en-US" dirty="0"/>
            </a:br>
            <a:r>
              <a:rPr lang="en-US" dirty="0"/>
              <a:t>normal </a:t>
            </a:r>
            <a:r>
              <a:rPr lang="en-US" dirty="0" err="1"/>
              <a:t>VSCode</a:t>
            </a:r>
            <a:r>
              <a:rPr lang="en-US" dirty="0"/>
              <a:t>, but this is too</a:t>
            </a:r>
            <a:br>
              <a:rPr lang="en-US" dirty="0"/>
            </a:br>
            <a:r>
              <a:rPr lang="en-US" dirty="0"/>
              <a:t>cool not to show…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3CE10-E937-7EF2-B9BA-B48AA68C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36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395EB3-DBDB-209B-E810-A228076B2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857" y="2108310"/>
            <a:ext cx="6099629" cy="461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6732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ECE2-37ED-2109-F3A2-E57867B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65E9F-7955-3AD2-0E2E-AA45C196B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up an IDE is always the first step when starting a new programming language</a:t>
            </a:r>
          </a:p>
          <a:p>
            <a:pPr lvl="1"/>
            <a:r>
              <a:rPr lang="en-US" dirty="0"/>
              <a:t>It takes some time, but is worth doing right</a:t>
            </a:r>
          </a:p>
          <a:p>
            <a:r>
              <a:rPr lang="en-US" dirty="0"/>
              <a:t>You may want to start out using a simple editor when trying a new language, but a good IDE will always help you work better in the long run</a:t>
            </a:r>
          </a:p>
          <a:p>
            <a:r>
              <a:rPr lang="en-US" dirty="0"/>
              <a:t>After going through these slides you’ll have a working setup</a:t>
            </a:r>
          </a:p>
          <a:p>
            <a:endParaRPr lang="en-US" dirty="0"/>
          </a:p>
          <a:p>
            <a:r>
              <a:rPr lang="en-US" dirty="0"/>
              <a:t>Try “1 – working with a </a:t>
            </a:r>
            <a:r>
              <a:rPr lang="en-US" dirty="0" err="1"/>
              <a:t>venv.ipynb</a:t>
            </a:r>
            <a:r>
              <a:rPr lang="en-US" dirty="0"/>
              <a:t>” now!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7570F-70E1-2374-DD1A-B2CF2E9CB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33920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2b0f4be1-9f1f-4328-81a6-034cc34da24b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2335</Words>
  <Application>Microsoft Office PowerPoint</Application>
  <PresentationFormat>Widescreen</PresentationFormat>
  <Paragraphs>315</Paragraphs>
  <Slides>37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Aharoni</vt:lpstr>
      <vt:lpstr>Amasis MT Pro Medium</vt:lpstr>
      <vt:lpstr>Arial</vt:lpstr>
      <vt:lpstr>Calibri</vt:lpstr>
      <vt:lpstr>Cambria</vt:lpstr>
      <vt:lpstr>Kantoorthema</vt:lpstr>
      <vt:lpstr>Chapter 3 – Setting up your working environment </vt:lpstr>
      <vt:lpstr>What will we be working with?</vt:lpstr>
      <vt:lpstr>Python</vt:lpstr>
      <vt:lpstr>Windows, Linux or MacOS?</vt:lpstr>
      <vt:lpstr>Installing Python</vt:lpstr>
      <vt:lpstr>Installing Python</vt:lpstr>
      <vt:lpstr>Installing Python</vt:lpstr>
      <vt:lpstr>Installing Python</vt:lpstr>
      <vt:lpstr>Visual Studio Code</vt:lpstr>
      <vt:lpstr>Installing Visual Studio Code</vt:lpstr>
      <vt:lpstr>First time usage</vt:lpstr>
      <vt:lpstr>Opening a file</vt:lpstr>
      <vt:lpstr>Opening a folder</vt:lpstr>
      <vt:lpstr>Creating a Python-script</vt:lpstr>
      <vt:lpstr>Creating a Python-script</vt:lpstr>
      <vt:lpstr>Using markdown files</vt:lpstr>
      <vt:lpstr>Using markdown files</vt:lpstr>
      <vt:lpstr>Using Jupyter notebooks</vt:lpstr>
      <vt:lpstr>Using Jupyter notebooks</vt:lpstr>
      <vt:lpstr>Using Jupyter notebooks</vt:lpstr>
      <vt:lpstr>Using Jupyter notebooks</vt:lpstr>
      <vt:lpstr>Using Jupyter notebooks</vt:lpstr>
      <vt:lpstr>Using Jupyter notebooks</vt:lpstr>
      <vt:lpstr>Using Jupyter notebooks</vt:lpstr>
      <vt:lpstr>Libraries</vt:lpstr>
      <vt:lpstr>Libraries</vt:lpstr>
      <vt:lpstr>Virtual environments</vt:lpstr>
      <vt:lpstr>Virtual environments</vt:lpstr>
      <vt:lpstr>Venv in Jupyter notebooks</vt:lpstr>
      <vt:lpstr>Venv in Jupyter notebooks</vt:lpstr>
      <vt:lpstr>Filling a venv</vt:lpstr>
      <vt:lpstr>Venv in github</vt:lpstr>
      <vt:lpstr>Debugging</vt:lpstr>
      <vt:lpstr>Copilot and Codeium</vt:lpstr>
      <vt:lpstr>Multiline cursor</vt:lpstr>
      <vt:lpstr>Jupyter in your browser</vt:lpstr>
      <vt:lpstr>Summary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Jochen Mariën</cp:lastModifiedBy>
  <cp:revision>27</cp:revision>
  <dcterms:created xsi:type="dcterms:W3CDTF">2018-02-21T07:41:18Z</dcterms:created>
  <dcterms:modified xsi:type="dcterms:W3CDTF">2025-09-23T13:55:48Z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2023-10-19T07:27:53Z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b68bd113-e83d-4438-ae2a-7958df77ef75</vt:lpwstr>
  </property>
  <property fmtid="{D5CDD505-2E9C-101B-9397-08002B2CF9AE}" pid="8" name="MSIP_Label_c337be75-dfbb-4261-9834-ac247c7dde13_ContentBits">
    <vt:lpwstr>0</vt:lpwstr>
  </property>
</Properties>
</file>