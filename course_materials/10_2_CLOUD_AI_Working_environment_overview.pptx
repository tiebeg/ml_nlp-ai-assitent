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89" r:id="rId3"/>
    <p:sldId id="290" r:id="rId4"/>
    <p:sldId id="291" r:id="rId5"/>
    <p:sldId id="292" r:id="rId6"/>
    <p:sldId id="293" r:id="rId7"/>
    <p:sldId id="315" r:id="rId8"/>
    <p:sldId id="295" r:id="rId9"/>
    <p:sldId id="296" r:id="rId10"/>
    <p:sldId id="297" r:id="rId11"/>
    <p:sldId id="298" r:id="rId12"/>
    <p:sldId id="299" r:id="rId13"/>
    <p:sldId id="316" r:id="rId14"/>
    <p:sldId id="300" r:id="rId15"/>
    <p:sldId id="302" r:id="rId16"/>
    <p:sldId id="303" r:id="rId17"/>
    <p:sldId id="304" r:id="rId18"/>
    <p:sldId id="305" r:id="rId19"/>
    <p:sldId id="311" r:id="rId20"/>
    <p:sldId id="312" r:id="rId21"/>
    <p:sldId id="317" r:id="rId22"/>
    <p:sldId id="313" r:id="rId23"/>
    <p:sldId id="314" r:id="rId24"/>
    <p:sldId id="318" r:id="rId25"/>
    <p:sldId id="320" r:id="rId26"/>
    <p:sldId id="294" r:id="rId27"/>
    <p:sldId id="321" r:id="rId28"/>
    <p:sldId id="288" r:id="rId29"/>
  </p:sldIdLst>
  <p:sldSz cx="12192000" cy="6858000"/>
  <p:notesSz cx="6858000" cy="9144000"/>
  <p:custDataLst>
    <p:tags r:id="rId32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F1A76-FB9C-4CAE-85E2-ADB5BC1DEEFF}" v="2" dt="2025-09-30T11:24:59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005" autoAdjust="0"/>
  </p:normalViewPr>
  <p:slideViewPr>
    <p:cSldViewPr snapToGrid="0">
      <p:cViewPr varScale="1">
        <p:scale>
          <a:sx n="84" d="100"/>
          <a:sy n="84" d="100"/>
        </p:scale>
        <p:origin x="7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hen Mariën" userId="a4f8d9ed-3895-4365-b2d5-9432cb8a20d4" providerId="ADAL" clId="{305E673F-BED6-42CE-BBBA-7EA62AFC0594}"/>
    <pc:docChg chg="undo redo custSel addSld modSld sldOrd modSection">
      <pc:chgData name="Jochen Mariën" userId="a4f8d9ed-3895-4365-b2d5-9432cb8a20d4" providerId="ADAL" clId="{305E673F-BED6-42CE-BBBA-7EA62AFC0594}" dt="2022-03-23T15:22:36.604" v="2022" actId="20577"/>
      <pc:docMkLst>
        <pc:docMk/>
      </pc:docMkLst>
      <pc:sldChg chg="delCm">
        <pc:chgData name="Jochen Mariën" userId="a4f8d9ed-3895-4365-b2d5-9432cb8a20d4" providerId="ADAL" clId="{305E673F-BED6-42CE-BBBA-7EA62AFC0594}" dt="2022-03-23T15:21:10.831" v="1875"/>
        <pc:sldMkLst>
          <pc:docMk/>
          <pc:sldMk cId="115509626" sldId="271"/>
        </pc:sldMkLst>
      </pc:sldChg>
      <pc:sldChg chg="modSp mod">
        <pc:chgData name="Jochen Mariën" userId="a4f8d9ed-3895-4365-b2d5-9432cb8a20d4" providerId="ADAL" clId="{305E673F-BED6-42CE-BBBA-7EA62AFC0594}" dt="2022-03-23T15:22:36.604" v="2022" actId="20577"/>
        <pc:sldMkLst>
          <pc:docMk/>
          <pc:sldMk cId="1413218804" sldId="272"/>
        </pc:sldMkLst>
      </pc:sldChg>
      <pc:sldChg chg="modSp mod">
        <pc:chgData name="Jochen Mariën" userId="a4f8d9ed-3895-4365-b2d5-9432cb8a20d4" providerId="ADAL" clId="{305E673F-BED6-42CE-BBBA-7EA62AFC0594}" dt="2022-03-23T15:20:48.401" v="1873" actId="1076"/>
        <pc:sldMkLst>
          <pc:docMk/>
          <pc:sldMk cId="4292923881" sldId="273"/>
        </pc:sldMkLst>
      </pc:sldChg>
      <pc:sldChg chg="modSp mod ord">
        <pc:chgData name="Jochen Mariën" userId="a4f8d9ed-3895-4365-b2d5-9432cb8a20d4" providerId="ADAL" clId="{305E673F-BED6-42CE-BBBA-7EA62AFC0594}" dt="2022-03-23T15:20:17.131" v="1872" actId="20577"/>
        <pc:sldMkLst>
          <pc:docMk/>
          <pc:sldMk cId="1829888262" sldId="275"/>
        </pc:sldMkLst>
      </pc:sldChg>
      <pc:sldChg chg="modSp new mod">
        <pc:chgData name="Jochen Mariën" userId="a4f8d9ed-3895-4365-b2d5-9432cb8a20d4" providerId="ADAL" clId="{305E673F-BED6-42CE-BBBA-7EA62AFC0594}" dt="2022-03-23T15:05:51.407" v="231" actId="15"/>
        <pc:sldMkLst>
          <pc:docMk/>
          <pc:sldMk cId="2263161374" sldId="276"/>
        </pc:sldMkLst>
      </pc:sldChg>
      <pc:sldChg chg="addSp delSp modSp new mod">
        <pc:chgData name="Jochen Mariën" userId="a4f8d9ed-3895-4365-b2d5-9432cb8a20d4" providerId="ADAL" clId="{305E673F-BED6-42CE-BBBA-7EA62AFC0594}" dt="2022-03-23T15:09:15.809" v="658" actId="478"/>
        <pc:sldMkLst>
          <pc:docMk/>
          <pc:sldMk cId="1047346810" sldId="277"/>
        </pc:sldMkLst>
      </pc:sldChg>
      <pc:sldChg chg="modSp new mod">
        <pc:chgData name="Jochen Mariën" userId="a4f8d9ed-3895-4365-b2d5-9432cb8a20d4" providerId="ADAL" clId="{305E673F-BED6-42CE-BBBA-7EA62AFC0594}" dt="2022-03-23T15:13:17.057" v="1159" actId="20577"/>
        <pc:sldMkLst>
          <pc:docMk/>
          <pc:sldMk cId="4061739640" sldId="278"/>
        </pc:sldMkLst>
      </pc:sldChg>
      <pc:sldChg chg="modSp new mod">
        <pc:chgData name="Jochen Mariën" userId="a4f8d9ed-3895-4365-b2d5-9432cb8a20d4" providerId="ADAL" clId="{305E673F-BED6-42CE-BBBA-7EA62AFC0594}" dt="2022-03-23T15:17:48.345" v="1485" actId="20577"/>
        <pc:sldMkLst>
          <pc:docMk/>
          <pc:sldMk cId="2753870099" sldId="279"/>
        </pc:sldMkLst>
      </pc:sldChg>
      <pc:sldChg chg="modSp new mod">
        <pc:chgData name="Jochen Mariën" userId="a4f8d9ed-3895-4365-b2d5-9432cb8a20d4" providerId="ADAL" clId="{305E673F-BED6-42CE-BBBA-7EA62AFC0594}" dt="2022-03-23T15:19:58.262" v="1858" actId="20577"/>
        <pc:sldMkLst>
          <pc:docMk/>
          <pc:sldMk cId="953451275" sldId="280"/>
        </pc:sldMkLst>
      </pc:sldChg>
    </pc:docChg>
  </pc:docChgLst>
  <pc:docChgLst>
    <pc:chgData name="Hajar Ghaem Sigarchian" userId="S::u0136336@thomasmore.be::c942b3b0-1ec9-4b5a-9958-682b211c132c" providerId="AD" clId="Web-{884F99F4-08BC-F64D-194B-747137C020EE}"/>
    <pc:docChg chg="modSld">
      <pc:chgData name="Hajar Ghaem Sigarchian" userId="S::u0136336@thomasmore.be::c942b3b0-1ec9-4b5a-9958-682b211c132c" providerId="AD" clId="Web-{884F99F4-08BC-F64D-194B-747137C020EE}" dt="2022-08-24T09:10:09.544" v="1" actId="20577"/>
      <pc:docMkLst>
        <pc:docMk/>
      </pc:docMkLst>
      <pc:sldChg chg="modSp">
        <pc:chgData name="Hajar Ghaem Sigarchian" userId="S::u0136336@thomasmore.be::c942b3b0-1ec9-4b5a-9958-682b211c132c" providerId="AD" clId="Web-{884F99F4-08BC-F64D-194B-747137C020EE}" dt="2022-08-24T09:10:09.544" v="1" actId="20577"/>
        <pc:sldMkLst>
          <pc:docMk/>
          <pc:sldMk cId="3552420801" sldId="258"/>
        </pc:sldMkLst>
      </pc:sldChg>
    </pc:docChg>
  </pc:docChgLst>
  <pc:docChgLst>
    <pc:chgData name="Ellen Torfs" userId="c6aa1e10-4a12-4511-8c7c-135720d4f277" providerId="ADAL" clId="{F63E8D1A-2D24-43BF-974C-8CD81585CF2D}"/>
    <pc:docChg chg="delSld modSld">
      <pc:chgData name="Ellen Torfs" userId="c6aa1e10-4a12-4511-8c7c-135720d4f277" providerId="ADAL" clId="{F63E8D1A-2D24-43BF-974C-8CD81585CF2D}" dt="2023-10-19T08:13:18.294" v="129" actId="20577"/>
      <pc:docMkLst>
        <pc:docMk/>
      </pc:docMkLst>
      <pc:sldChg chg="modSp mod">
        <pc:chgData name="Ellen Torfs" userId="c6aa1e10-4a12-4511-8c7c-135720d4f277" providerId="ADAL" clId="{F63E8D1A-2D24-43BF-974C-8CD81585CF2D}" dt="2023-10-19T08:07:32.250" v="3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F63E8D1A-2D24-43BF-974C-8CD81585CF2D}" dt="2023-10-19T08:08:00.376" v="4" actId="47"/>
        <pc:sldMkLst>
          <pc:docMk/>
          <pc:sldMk cId="3503501734" sldId="257"/>
        </pc:sldMkLst>
      </pc:sldChg>
      <pc:sldChg chg="modSp mod">
        <pc:chgData name="Ellen Torfs" userId="c6aa1e10-4a12-4511-8c7c-135720d4f277" providerId="ADAL" clId="{F63E8D1A-2D24-43BF-974C-8CD81585CF2D}" dt="2023-10-19T08:08:58.160" v="25" actId="20577"/>
        <pc:sldMkLst>
          <pc:docMk/>
          <pc:sldMk cId="3945943254" sldId="258"/>
        </pc:sldMkLst>
      </pc:sldChg>
      <pc:sldChg chg="modSp mod">
        <pc:chgData name="Ellen Torfs" userId="c6aa1e10-4a12-4511-8c7c-135720d4f277" providerId="ADAL" clId="{F63E8D1A-2D24-43BF-974C-8CD81585CF2D}" dt="2023-10-19T08:13:18.294" v="129" actId="20577"/>
        <pc:sldMkLst>
          <pc:docMk/>
          <pc:sldMk cId="95841179" sldId="259"/>
        </pc:sldMkLst>
      </pc:sldChg>
    </pc:docChg>
  </pc:docChgLst>
  <pc:docChgLst>
    <pc:chgData name="Jochen Mariën" userId="a4f8d9ed-3895-4365-b2d5-9432cb8a20d4" providerId="ADAL" clId="{C3230540-E25E-46B1-8987-A942D56B369C}"/>
    <pc:docChg chg="undo redo custSel addSld delSld modSld delSection">
      <pc:chgData name="Jochen Mariën" userId="a4f8d9ed-3895-4365-b2d5-9432cb8a20d4" providerId="ADAL" clId="{C3230540-E25E-46B1-8987-A942D56B369C}" dt="2023-11-07T10:45:00.453" v="13740" actId="20577"/>
      <pc:docMkLst>
        <pc:docMk/>
      </pc:docMkLst>
      <pc:sldChg chg="modSp mod">
        <pc:chgData name="Jochen Mariën" userId="a4f8d9ed-3895-4365-b2d5-9432cb8a20d4" providerId="ADAL" clId="{C3230540-E25E-46B1-8987-A942D56B369C}" dt="2023-10-19T07:28:07.345" v="50" actId="20577"/>
        <pc:sldMkLst>
          <pc:docMk/>
          <pc:sldMk cId="54334544" sldId="25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52420801" sldId="258"/>
        </pc:sldMkLst>
      </pc:sldChg>
      <pc:sldChg chg="modSp new mod">
        <pc:chgData name="Jochen Mariën" userId="a4f8d9ed-3895-4365-b2d5-9432cb8a20d4" providerId="ADAL" clId="{C3230540-E25E-46B1-8987-A942D56B369C}" dt="2023-10-23T10:32:22.075" v="12074" actId="20577"/>
        <pc:sldMkLst>
          <pc:docMk/>
          <pc:sldMk cId="3945943254" sldId="258"/>
        </pc:sldMkLst>
      </pc:sldChg>
      <pc:sldChg chg="modSp new mod">
        <pc:chgData name="Jochen Mariën" userId="a4f8d9ed-3895-4365-b2d5-9432cb8a20d4" providerId="ADAL" clId="{C3230540-E25E-46B1-8987-A942D56B369C}" dt="2023-10-19T08:01:05.308" v="931" actId="20577"/>
        <pc:sldMkLst>
          <pc:docMk/>
          <pc:sldMk cId="95841179" sldId="259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973088971" sldId="259"/>
        </pc:sldMkLst>
      </pc:sldChg>
      <pc:sldChg chg="addSp delSp modSp new mod">
        <pc:chgData name="Jochen Mariën" userId="a4f8d9ed-3895-4365-b2d5-9432cb8a20d4" providerId="ADAL" clId="{C3230540-E25E-46B1-8987-A942D56B369C}" dt="2023-10-23T10:07:09.241" v="10241" actId="20577"/>
        <pc:sldMkLst>
          <pc:docMk/>
          <pc:sldMk cId="705750504" sldId="26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13512616" sldId="260"/>
        </pc:sldMkLst>
      </pc:sldChg>
      <pc:sldChg chg="addSp modSp new mod">
        <pc:chgData name="Jochen Mariën" userId="a4f8d9ed-3895-4365-b2d5-9432cb8a20d4" providerId="ADAL" clId="{C3230540-E25E-46B1-8987-A942D56B369C}" dt="2023-10-19T08:16:45.473" v="1162" actId="1076"/>
        <pc:sldMkLst>
          <pc:docMk/>
          <pc:sldMk cId="548309504" sldId="26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146365000" sldId="26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05771123" sldId="262"/>
        </pc:sldMkLst>
      </pc:sldChg>
      <pc:sldChg chg="addSp modSp new mod">
        <pc:chgData name="Jochen Mariën" userId="a4f8d9ed-3895-4365-b2d5-9432cb8a20d4" providerId="ADAL" clId="{C3230540-E25E-46B1-8987-A942D56B369C}" dt="2023-10-19T08:18:24.310" v="1253"/>
        <pc:sldMkLst>
          <pc:docMk/>
          <pc:sldMk cId="3234240605" sldId="262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876488423" sldId="263"/>
        </pc:sldMkLst>
      </pc:sldChg>
      <pc:sldChg chg="addSp modSp new mod">
        <pc:chgData name="Jochen Mariën" userId="a4f8d9ed-3895-4365-b2d5-9432cb8a20d4" providerId="ADAL" clId="{C3230540-E25E-46B1-8987-A942D56B369C}" dt="2023-10-19T08:18:26.576" v="1254"/>
        <pc:sldMkLst>
          <pc:docMk/>
          <pc:sldMk cId="910467846" sldId="26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917546" sldId="264"/>
        </pc:sldMkLst>
      </pc:sldChg>
      <pc:sldChg chg="modSp new mod modNotesTx">
        <pc:chgData name="Jochen Mariën" userId="a4f8d9ed-3895-4365-b2d5-9432cb8a20d4" providerId="ADAL" clId="{C3230540-E25E-46B1-8987-A942D56B369C}" dt="2023-10-19T13:13:41.499" v="3404" actId="20577"/>
        <pc:sldMkLst>
          <pc:docMk/>
          <pc:sldMk cId="2394023289" sldId="264"/>
        </pc:sldMkLst>
      </pc:sldChg>
      <pc:sldChg chg="modSp new mod">
        <pc:chgData name="Jochen Mariën" userId="a4f8d9ed-3895-4365-b2d5-9432cb8a20d4" providerId="ADAL" clId="{C3230540-E25E-46B1-8987-A942D56B369C}" dt="2023-10-19T12:31:47.708" v="2053" actId="20577"/>
        <pc:sldMkLst>
          <pc:docMk/>
          <pc:sldMk cId="2922947071" sldId="265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45594292" sldId="265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311075334" sldId="266"/>
        </pc:sldMkLst>
      </pc:sldChg>
      <pc:sldChg chg="addSp modSp new mod">
        <pc:chgData name="Jochen Mariën" userId="a4f8d9ed-3895-4365-b2d5-9432cb8a20d4" providerId="ADAL" clId="{C3230540-E25E-46B1-8987-A942D56B369C}" dt="2023-10-19T13:23:00.959" v="4152" actId="20577"/>
        <pc:sldMkLst>
          <pc:docMk/>
          <pc:sldMk cId="2811044997" sldId="26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25194023" sldId="267"/>
        </pc:sldMkLst>
      </pc:sldChg>
      <pc:sldChg chg="modSp new mod modNotesTx">
        <pc:chgData name="Jochen Mariën" userId="a4f8d9ed-3895-4365-b2d5-9432cb8a20d4" providerId="ADAL" clId="{C3230540-E25E-46B1-8987-A942D56B369C}" dt="2023-10-19T13:00:47.343" v="3397" actId="20577"/>
        <pc:sldMkLst>
          <pc:docMk/>
          <pc:sldMk cId="3536898152" sldId="267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33814863" sldId="268"/>
        </pc:sldMkLst>
      </pc:sldChg>
      <pc:sldChg chg="addSp modSp new mod">
        <pc:chgData name="Jochen Mariën" userId="a4f8d9ed-3895-4365-b2d5-9432cb8a20d4" providerId="ADAL" clId="{C3230540-E25E-46B1-8987-A942D56B369C}" dt="2023-10-19T13:19:17.711" v="3847" actId="20577"/>
        <pc:sldMkLst>
          <pc:docMk/>
          <pc:sldMk cId="3906571617" sldId="268"/>
        </pc:sldMkLst>
      </pc:sldChg>
      <pc:sldChg chg="addSp modSp new mod">
        <pc:chgData name="Jochen Mariën" userId="a4f8d9ed-3895-4365-b2d5-9432cb8a20d4" providerId="ADAL" clId="{C3230540-E25E-46B1-8987-A942D56B369C}" dt="2023-10-19T13:32:56.791" v="4758" actId="20577"/>
        <pc:sldMkLst>
          <pc:docMk/>
          <pc:sldMk cId="1738113365" sldId="269"/>
        </pc:sldMkLst>
      </pc:sldChg>
      <pc:sldChg chg="addSp modSp new mod">
        <pc:chgData name="Jochen Mariën" userId="a4f8d9ed-3895-4365-b2d5-9432cb8a20d4" providerId="ADAL" clId="{C3230540-E25E-46B1-8987-A942D56B369C}" dt="2023-10-19T13:54:44.596" v="5046" actId="14100"/>
        <pc:sldMkLst>
          <pc:docMk/>
          <pc:sldMk cId="484120886" sldId="27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116537878" sldId="27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15509626" sldId="271"/>
        </pc:sldMkLst>
      </pc:sldChg>
      <pc:sldChg chg="addSp modSp new mod">
        <pc:chgData name="Jochen Mariën" userId="a4f8d9ed-3895-4365-b2d5-9432cb8a20d4" providerId="ADAL" clId="{C3230540-E25E-46B1-8987-A942D56B369C}" dt="2023-10-19T13:56:40.357" v="5281" actId="20577"/>
        <pc:sldMkLst>
          <pc:docMk/>
          <pc:sldMk cId="1038663596" sldId="27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218804" sldId="272"/>
        </pc:sldMkLst>
      </pc:sldChg>
      <pc:sldChg chg="addSp modSp new mod">
        <pc:chgData name="Jochen Mariën" userId="a4f8d9ed-3895-4365-b2d5-9432cb8a20d4" providerId="ADAL" clId="{C3230540-E25E-46B1-8987-A942D56B369C}" dt="2023-10-20T11:53:16.815" v="6303" actId="1076"/>
        <pc:sldMkLst>
          <pc:docMk/>
          <pc:sldMk cId="4044175036" sldId="272"/>
        </pc:sldMkLst>
      </pc:sldChg>
      <pc:sldChg chg="addSp modSp new mod">
        <pc:chgData name="Jochen Mariën" userId="a4f8d9ed-3895-4365-b2d5-9432cb8a20d4" providerId="ADAL" clId="{C3230540-E25E-46B1-8987-A942D56B369C}" dt="2023-10-20T11:48:25.132" v="5690" actId="1076"/>
        <pc:sldMkLst>
          <pc:docMk/>
          <pc:sldMk cId="4096431853" sldId="27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292923881" sldId="27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6309756" sldId="274"/>
        </pc:sldMkLst>
      </pc:sldChg>
      <pc:sldChg chg="addSp modSp new mod">
        <pc:chgData name="Jochen Mariën" userId="a4f8d9ed-3895-4365-b2d5-9432cb8a20d4" providerId="ADAL" clId="{C3230540-E25E-46B1-8987-A942D56B369C}" dt="2023-10-20T11:50:17.739" v="5969" actId="1076"/>
        <pc:sldMkLst>
          <pc:docMk/>
          <pc:sldMk cId="1685474505" sldId="274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29888262" sldId="275"/>
        </pc:sldMkLst>
      </pc:sldChg>
      <pc:sldChg chg="addSp modSp new mod">
        <pc:chgData name="Jochen Mariën" userId="a4f8d9ed-3895-4365-b2d5-9432cb8a20d4" providerId="ADAL" clId="{C3230540-E25E-46B1-8987-A942D56B369C}" dt="2023-10-20T11:58:13.034" v="7005" actId="1076"/>
        <pc:sldMkLst>
          <pc:docMk/>
          <pc:sldMk cId="2021073229" sldId="275"/>
        </pc:sldMkLst>
      </pc:sldChg>
      <pc:sldChg chg="addSp modSp new mod">
        <pc:chgData name="Jochen Mariën" userId="a4f8d9ed-3895-4365-b2d5-9432cb8a20d4" providerId="ADAL" clId="{C3230540-E25E-46B1-8987-A942D56B369C}" dt="2023-10-20T11:59:48.241" v="7332" actId="20577"/>
        <pc:sldMkLst>
          <pc:docMk/>
          <pc:sldMk cId="969868697" sldId="27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63161374" sldId="27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47346810" sldId="277"/>
        </pc:sldMkLst>
      </pc:sldChg>
      <pc:sldChg chg="addSp delSp modSp new mod">
        <pc:chgData name="Jochen Mariën" userId="a4f8d9ed-3895-4365-b2d5-9432cb8a20d4" providerId="ADAL" clId="{C3230540-E25E-46B1-8987-A942D56B369C}" dt="2023-10-20T12:02:28.606" v="7805" actId="20577"/>
        <pc:sldMkLst>
          <pc:docMk/>
          <pc:sldMk cId="2386503922" sldId="277"/>
        </pc:sldMkLst>
      </pc:sldChg>
      <pc:sldChg chg="addSp modSp new mod">
        <pc:chgData name="Jochen Mariën" userId="a4f8d9ed-3895-4365-b2d5-9432cb8a20d4" providerId="ADAL" clId="{C3230540-E25E-46B1-8987-A942D56B369C}" dt="2023-10-20T12:07:05.669" v="8238" actId="14100"/>
        <pc:sldMkLst>
          <pc:docMk/>
          <pc:sldMk cId="80872399" sldId="278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061739640" sldId="278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753870099" sldId="279"/>
        </pc:sldMkLst>
      </pc:sldChg>
      <pc:sldChg chg="modSp new mod">
        <pc:chgData name="Jochen Mariën" userId="a4f8d9ed-3895-4365-b2d5-9432cb8a20d4" providerId="ADAL" clId="{C3230540-E25E-46B1-8987-A942D56B369C}" dt="2023-10-20T12:08:39.620" v="8529" actId="20577"/>
        <pc:sldMkLst>
          <pc:docMk/>
          <pc:sldMk cId="3919947077" sldId="279"/>
        </pc:sldMkLst>
      </pc:sldChg>
      <pc:sldChg chg="addSp modSp new mod">
        <pc:chgData name="Jochen Mariën" userId="a4f8d9ed-3895-4365-b2d5-9432cb8a20d4" providerId="ADAL" clId="{C3230540-E25E-46B1-8987-A942D56B369C}" dt="2023-10-20T14:04:16.683" v="8890" actId="1076"/>
        <pc:sldMkLst>
          <pc:docMk/>
          <pc:sldMk cId="642709238" sldId="28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53451275" sldId="280"/>
        </pc:sldMkLst>
      </pc:sldChg>
      <pc:sldChg chg="addSp modSp new mod modNotesTx">
        <pc:chgData name="Jochen Mariën" userId="a4f8d9ed-3895-4365-b2d5-9432cb8a20d4" providerId="ADAL" clId="{C3230540-E25E-46B1-8987-A942D56B369C}" dt="2023-10-20T14:09:10.377" v="9717" actId="20577"/>
        <pc:sldMkLst>
          <pc:docMk/>
          <pc:sldMk cId="3358065200" sldId="281"/>
        </pc:sldMkLst>
      </pc:sldChg>
      <pc:sldChg chg="addSp modSp new mod modNotesTx">
        <pc:chgData name="Jochen Mariën" userId="a4f8d9ed-3895-4365-b2d5-9432cb8a20d4" providerId="ADAL" clId="{C3230540-E25E-46B1-8987-A942D56B369C}" dt="2023-11-07T10:45:00.453" v="13740" actId="20577"/>
        <pc:sldMkLst>
          <pc:docMk/>
          <pc:sldMk cId="2416245650" sldId="282"/>
        </pc:sldMkLst>
      </pc:sldChg>
      <pc:sldChg chg="addSp modSp new mod">
        <pc:chgData name="Jochen Mariën" userId="a4f8d9ed-3895-4365-b2d5-9432cb8a20d4" providerId="ADAL" clId="{C3230540-E25E-46B1-8987-A942D56B369C}" dt="2023-10-20T15:05:12.870" v="10183" actId="20577"/>
        <pc:sldMkLst>
          <pc:docMk/>
          <pc:sldMk cId="1431986146" sldId="283"/>
        </pc:sldMkLst>
      </pc:sldChg>
      <pc:sldChg chg="addSp modSp new mod">
        <pc:chgData name="Jochen Mariën" userId="a4f8d9ed-3895-4365-b2d5-9432cb8a20d4" providerId="ADAL" clId="{C3230540-E25E-46B1-8987-A942D56B369C}" dt="2023-10-23T10:12:05.487" v="10684" actId="1076"/>
        <pc:sldMkLst>
          <pc:docMk/>
          <pc:sldMk cId="3403620141" sldId="284"/>
        </pc:sldMkLst>
      </pc:sldChg>
      <pc:sldChg chg="addSp modSp new mod">
        <pc:chgData name="Jochen Mariën" userId="a4f8d9ed-3895-4365-b2d5-9432cb8a20d4" providerId="ADAL" clId="{C3230540-E25E-46B1-8987-A942D56B369C}" dt="2023-10-23T10:31:39.383" v="11970" actId="1076"/>
        <pc:sldMkLst>
          <pc:docMk/>
          <pc:sldMk cId="250274307" sldId="285"/>
        </pc:sldMkLst>
      </pc:sldChg>
      <pc:sldChg chg="modSp new mod">
        <pc:chgData name="Jochen Mariën" userId="a4f8d9ed-3895-4365-b2d5-9432cb8a20d4" providerId="ADAL" clId="{C3230540-E25E-46B1-8987-A942D56B369C}" dt="2023-10-23T10:29:22.360" v="11669" actId="20577"/>
        <pc:sldMkLst>
          <pc:docMk/>
          <pc:sldMk cId="1281472329" sldId="286"/>
        </pc:sldMkLst>
      </pc:sldChg>
      <pc:sldChg chg="modSp new mod">
        <pc:chgData name="Jochen Mariën" userId="a4f8d9ed-3895-4365-b2d5-9432cb8a20d4" providerId="ADAL" clId="{C3230540-E25E-46B1-8987-A942D56B369C}" dt="2023-10-23T10:17:53.911" v="11299" actId="20577"/>
        <pc:sldMkLst>
          <pc:docMk/>
          <pc:sldMk cId="2760852640" sldId="287"/>
        </pc:sldMkLst>
      </pc:sldChg>
      <pc:sldChg chg="modSp new mod">
        <pc:chgData name="Jochen Mariën" userId="a4f8d9ed-3895-4365-b2d5-9432cb8a20d4" providerId="ADAL" clId="{C3230540-E25E-46B1-8987-A942D56B369C}" dt="2023-10-23T11:43:03.480" v="13579" actId="20577"/>
        <pc:sldMkLst>
          <pc:docMk/>
          <pc:sldMk cId="2853392020" sldId="288"/>
        </pc:sldMkLst>
      </pc:sldChg>
      <pc:sldChg chg="modSp new mod">
        <pc:chgData name="Jochen Mariën" userId="a4f8d9ed-3895-4365-b2d5-9432cb8a20d4" providerId="ADAL" clId="{C3230540-E25E-46B1-8987-A942D56B369C}" dt="2023-10-23T11:24:32.404" v="12520" actId="20577"/>
        <pc:sldMkLst>
          <pc:docMk/>
          <pc:sldMk cId="104264709" sldId="289"/>
        </pc:sldMkLst>
      </pc:sldChg>
      <pc:sldChg chg="addSp delSp modSp new mod">
        <pc:chgData name="Jochen Mariën" userId="a4f8d9ed-3895-4365-b2d5-9432cb8a20d4" providerId="ADAL" clId="{C3230540-E25E-46B1-8987-A942D56B369C}" dt="2023-10-23T11:27:21.616" v="12972" actId="20577"/>
        <pc:sldMkLst>
          <pc:docMk/>
          <pc:sldMk cId="2305997284" sldId="290"/>
        </pc:sldMkLst>
      </pc:sldChg>
      <pc:sldChg chg="addSp modSp new mod">
        <pc:chgData name="Jochen Mariën" userId="a4f8d9ed-3895-4365-b2d5-9432cb8a20d4" providerId="ADAL" clId="{C3230540-E25E-46B1-8987-A942D56B369C}" dt="2023-10-23T11:38:39.333" v="13270" actId="20577"/>
        <pc:sldMkLst>
          <pc:docMk/>
          <pc:sldMk cId="2191673249" sldId="291"/>
        </pc:sldMkLst>
      </pc:sldChg>
      <pc:sldChg chg="addSp delSp modSp new mod">
        <pc:chgData name="Jochen Mariën" userId="a4f8d9ed-3895-4365-b2d5-9432cb8a20d4" providerId="ADAL" clId="{C3230540-E25E-46B1-8987-A942D56B369C}" dt="2023-10-25T08:07:35.627" v="13659" actId="1076"/>
        <pc:sldMkLst>
          <pc:docMk/>
          <pc:sldMk cId="3830839069" sldId="292"/>
        </pc:sldMkLst>
      </pc:sldChg>
    </pc:docChg>
  </pc:docChgLst>
  <pc:docChgLst>
    <pc:chgData name="Christel Maes" userId="7e61469a-7c21-464c-bace-a1bda262211a" providerId="ADAL" clId="{87FE1885-60B7-40AF-827E-9207F68EA3B2}"/>
    <pc:docChg chg="custSel delSld modSld">
      <pc:chgData name="Christel Maes" userId="7e61469a-7c21-464c-bace-a1bda262211a" providerId="ADAL" clId="{87FE1885-60B7-40AF-827E-9207F68EA3B2}" dt="2019-09-04T13:45:00.670" v="144" actId="6549"/>
      <pc:docMkLst>
        <pc:docMk/>
      </pc:docMkLst>
      <pc:sldChg chg="modSp">
        <pc:chgData name="Christel Maes" userId="7e61469a-7c21-464c-bace-a1bda262211a" providerId="ADAL" clId="{87FE1885-60B7-40AF-827E-9207F68EA3B2}" dt="2019-09-04T13:45:00.670" v="144" actId="6549"/>
        <pc:sldMkLst>
          <pc:docMk/>
          <pc:sldMk cId="1055868665" sldId="257"/>
        </pc:sldMkLst>
      </pc:sldChg>
      <pc:sldChg chg="modSp">
        <pc:chgData name="Christel Maes" userId="7e61469a-7c21-464c-bace-a1bda262211a" providerId="ADAL" clId="{87FE1885-60B7-40AF-827E-9207F68EA3B2}" dt="2019-09-04T13:43:24.762" v="105" actId="20577"/>
        <pc:sldMkLst>
          <pc:docMk/>
          <pc:sldMk cId="556707363" sldId="265"/>
        </pc:sldMkLst>
      </pc:sldChg>
      <pc:sldChg chg="del">
        <pc:chgData name="Christel Maes" userId="7e61469a-7c21-464c-bace-a1bda262211a" providerId="ADAL" clId="{87FE1885-60B7-40AF-827E-9207F68EA3B2}" dt="2019-09-04T13:43:35.120" v="106" actId="2696"/>
        <pc:sldMkLst>
          <pc:docMk/>
          <pc:sldMk cId="3728208910" sldId="266"/>
        </pc:sldMkLst>
      </pc:sldChg>
      <pc:sldChg chg="modSp">
        <pc:chgData name="Christel Maes" userId="7e61469a-7c21-464c-bace-a1bda262211a" providerId="ADAL" clId="{87FE1885-60B7-40AF-827E-9207F68EA3B2}" dt="2019-09-04T13:44:43.963" v="135" actId="20577"/>
        <pc:sldMkLst>
          <pc:docMk/>
          <pc:sldMk cId="2513866126" sldId="267"/>
        </pc:sldMkLst>
      </pc:sldChg>
    </pc:docChg>
  </pc:docChgLst>
  <pc:docChgLst>
    <pc:chgData name="Ellen Torfs" userId="c6aa1e10-4a12-4511-8c7c-135720d4f277" providerId="ADAL" clId="{AF5A798E-864C-4093-9DDB-CD4D88C45631}"/>
    <pc:docChg chg="undo custSel addSld delSld modSld modSection">
      <pc:chgData name="Ellen Torfs" userId="c6aa1e10-4a12-4511-8c7c-135720d4f277" providerId="ADAL" clId="{AF5A798E-864C-4093-9DDB-CD4D88C45631}" dt="2022-02-14T13:15:26.900" v="1729"/>
      <pc:docMkLst>
        <pc:docMk/>
      </pc:docMkLst>
      <pc:sldChg chg="modNotesTx">
        <pc:chgData name="Ellen Torfs" userId="c6aa1e10-4a12-4511-8c7c-135720d4f277" providerId="ADAL" clId="{AF5A798E-864C-4093-9DDB-CD4D88C45631}" dt="2022-02-14T12:11:13.172" v="13" actId="20577"/>
        <pc:sldMkLst>
          <pc:docMk/>
          <pc:sldMk cId="3503501734" sldId="257"/>
        </pc:sldMkLst>
      </pc:sldChg>
      <pc:sldChg chg="addCm">
        <pc:chgData name="Ellen Torfs" userId="c6aa1e10-4a12-4511-8c7c-135720d4f277" providerId="ADAL" clId="{AF5A798E-864C-4093-9DDB-CD4D88C45631}" dt="2022-02-14T13:15:26.900" v="1729"/>
        <pc:sldMkLst>
          <pc:docMk/>
          <pc:sldMk cId="2935527269" sldId="269"/>
        </pc:sldMkLst>
      </pc:sldChg>
      <pc:sldChg chg="addCm">
        <pc:chgData name="Ellen Torfs" userId="c6aa1e10-4a12-4511-8c7c-135720d4f277" providerId="ADAL" clId="{AF5A798E-864C-4093-9DDB-CD4D88C45631}" dt="2022-02-14T12:10:38.232" v="0"/>
        <pc:sldMkLst>
          <pc:docMk/>
          <pc:sldMk cId="115509626" sldId="271"/>
        </pc:sldMkLst>
      </pc:sldChg>
      <pc:sldChg chg="addSp delSp modSp new mod modNotesTx">
        <pc:chgData name="Ellen Torfs" userId="c6aa1e10-4a12-4511-8c7c-135720d4f277" providerId="ADAL" clId="{AF5A798E-864C-4093-9DDB-CD4D88C45631}" dt="2022-02-14T12:30:34.098" v="56" actId="1076"/>
        <pc:sldMkLst>
          <pc:docMk/>
          <pc:sldMk cId="106309756" sldId="274"/>
        </pc:sldMkLst>
      </pc:sldChg>
      <pc:sldChg chg="addSp delSp modSp new mod modNotesTx">
        <pc:chgData name="Ellen Torfs" userId="c6aa1e10-4a12-4511-8c7c-135720d4f277" providerId="ADAL" clId="{AF5A798E-864C-4093-9DDB-CD4D88C45631}" dt="2022-02-14T13:13:22.681" v="1728" actId="20577"/>
        <pc:sldMkLst>
          <pc:docMk/>
          <pc:sldMk cId="1829888262" sldId="275"/>
        </pc:sldMkLst>
      </pc:sldChg>
      <pc:sldChg chg="modSp new del mod">
        <pc:chgData name="Ellen Torfs" userId="c6aa1e10-4a12-4511-8c7c-135720d4f277" providerId="ADAL" clId="{AF5A798E-864C-4093-9DDB-CD4D88C45631}" dt="2022-02-14T12:40:22.315" v="99" actId="47"/>
        <pc:sldMkLst>
          <pc:docMk/>
          <pc:sldMk cId="3387478854" sldId="275"/>
        </pc:sldMkLst>
      </pc:sldChg>
    </pc:docChg>
  </pc:docChgLst>
  <pc:docChgLst>
    <pc:chgData name="Ellen Torfs" userId="c6aa1e10-4a12-4511-8c7c-135720d4f277" providerId="ADAL" clId="{9932D13E-6C5E-49FA-A144-75AC46F307EF}"/>
    <pc:docChg chg="undo custSel addSld delSld modSld sldOrd">
      <pc:chgData name="Ellen Torfs" userId="c6aa1e10-4a12-4511-8c7c-135720d4f277" providerId="ADAL" clId="{9932D13E-6C5E-49FA-A144-75AC46F307EF}" dt="2019-09-11T08:54:14.153" v="5135" actId="27636"/>
      <pc:docMkLst>
        <pc:docMk/>
      </pc:docMkLst>
      <pc:sldChg chg="modSp">
        <pc:chgData name="Ellen Torfs" userId="c6aa1e10-4a12-4511-8c7c-135720d4f277" providerId="ADAL" clId="{9932D13E-6C5E-49FA-A144-75AC46F307EF}" dt="2019-09-11T07:19:49.190" v="12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9932D13E-6C5E-49FA-A144-75AC46F307EF}" dt="2019-09-11T07:40:01.083" v="823" actId="1076"/>
        <pc:sldMkLst>
          <pc:docMk/>
          <pc:sldMk cId="1055868665" sldId="257"/>
        </pc:sldMkLst>
      </pc:sldChg>
      <pc:sldChg chg="addSp delSp modSp ord modNotesTx">
        <pc:chgData name="Ellen Torfs" userId="c6aa1e10-4a12-4511-8c7c-135720d4f277" providerId="ADAL" clId="{9932D13E-6C5E-49FA-A144-75AC46F307EF}" dt="2019-09-11T08:52:18.855" v="5016" actId="20577"/>
        <pc:sldMkLst>
          <pc:docMk/>
          <pc:sldMk cId="620147385" sldId="258"/>
        </pc:sldMkLst>
      </pc:sldChg>
      <pc:sldChg chg="del">
        <pc:chgData name="Ellen Torfs" userId="c6aa1e10-4a12-4511-8c7c-135720d4f277" providerId="ADAL" clId="{9932D13E-6C5E-49FA-A144-75AC46F307EF}" dt="2019-09-11T07:56:05.804" v="2100" actId="2696"/>
        <pc:sldMkLst>
          <pc:docMk/>
          <pc:sldMk cId="2303287502" sldId="259"/>
        </pc:sldMkLst>
      </pc:sldChg>
      <pc:sldChg chg="del">
        <pc:chgData name="Ellen Torfs" userId="c6aa1e10-4a12-4511-8c7c-135720d4f277" providerId="ADAL" clId="{9932D13E-6C5E-49FA-A144-75AC46F307EF}" dt="2019-09-11T08:06:35.910" v="2454" actId="2696"/>
        <pc:sldMkLst>
          <pc:docMk/>
          <pc:sldMk cId="1438263673" sldId="260"/>
        </pc:sldMkLst>
      </pc:sldChg>
      <pc:sldChg chg="del">
        <pc:chgData name="Ellen Torfs" userId="c6aa1e10-4a12-4511-8c7c-135720d4f277" providerId="ADAL" clId="{9932D13E-6C5E-49FA-A144-75AC46F307EF}" dt="2019-09-11T07:56:18.310" v="2101" actId="2696"/>
        <pc:sldMkLst>
          <pc:docMk/>
          <pc:sldMk cId="3855885531" sldId="261"/>
        </pc:sldMkLst>
      </pc:sldChg>
      <pc:sldChg chg="modSp ord">
        <pc:chgData name="Ellen Torfs" userId="c6aa1e10-4a12-4511-8c7c-135720d4f277" providerId="ADAL" clId="{9932D13E-6C5E-49FA-A144-75AC46F307EF}" dt="2019-09-11T08:28:29.113" v="3460" actId="20577"/>
        <pc:sldMkLst>
          <pc:docMk/>
          <pc:sldMk cId="2006118848" sldId="262"/>
        </pc:sldMkLst>
      </pc:sldChg>
      <pc:sldChg chg="ord">
        <pc:chgData name="Ellen Torfs" userId="c6aa1e10-4a12-4511-8c7c-135720d4f277" providerId="ADAL" clId="{9932D13E-6C5E-49FA-A144-75AC46F307EF}" dt="2019-09-11T08:29:15.782" v="3478" actId="27636"/>
        <pc:sldMkLst>
          <pc:docMk/>
          <pc:sldMk cId="977749703" sldId="263"/>
        </pc:sldMkLst>
      </pc:sldChg>
      <pc:sldChg chg="delSp modSp ord">
        <pc:chgData name="Ellen Torfs" userId="c6aa1e10-4a12-4511-8c7c-135720d4f277" providerId="ADAL" clId="{9932D13E-6C5E-49FA-A144-75AC46F307EF}" dt="2019-09-11T08:29:27.798" v="3481" actId="20577"/>
        <pc:sldMkLst>
          <pc:docMk/>
          <pc:sldMk cId="2290807259" sldId="264"/>
        </pc:sldMkLst>
      </pc:sldChg>
      <pc:sldChg chg="modSp">
        <pc:chgData name="Ellen Torfs" userId="c6aa1e10-4a12-4511-8c7c-135720d4f277" providerId="ADAL" clId="{9932D13E-6C5E-49FA-A144-75AC46F307EF}" dt="2019-09-11T08:35:30.349" v="4039" actId="20577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9932D13E-6C5E-49FA-A144-75AC46F307EF}" dt="2019-09-11T07:24:53.109" v="227" actId="20577"/>
        <pc:sldMkLst>
          <pc:docMk/>
          <pc:sldMk cId="2513866126" sldId="267"/>
        </pc:sldMkLst>
      </pc:sldChg>
      <pc:sldChg chg="addSp delSp modSp add">
        <pc:chgData name="Ellen Torfs" userId="c6aa1e10-4a12-4511-8c7c-135720d4f277" providerId="ADAL" clId="{9932D13E-6C5E-49FA-A144-75AC46F307EF}" dt="2019-09-11T07:54:52.916" v="2099" actId="20577"/>
        <pc:sldMkLst>
          <pc:docMk/>
          <pc:sldMk cId="1006678507" sldId="268"/>
        </pc:sldMkLst>
      </pc:sldChg>
      <pc:sldChg chg="modSp add ord">
        <pc:chgData name="Ellen Torfs" userId="c6aa1e10-4a12-4511-8c7c-135720d4f277" providerId="ADAL" clId="{9932D13E-6C5E-49FA-A144-75AC46F307EF}" dt="2019-09-11T08:54:14.153" v="5135" actId="27636"/>
        <pc:sldMkLst>
          <pc:docMk/>
          <pc:sldMk cId="2571285731" sldId="269"/>
        </pc:sldMkLst>
      </pc:sldChg>
      <pc:sldChg chg="modSp add del">
        <pc:chgData name="Ellen Torfs" userId="c6aa1e10-4a12-4511-8c7c-135720d4f277" providerId="ADAL" clId="{9932D13E-6C5E-49FA-A144-75AC46F307EF}" dt="2019-09-11T08:41:26.851" v="4805" actId="2696"/>
        <pc:sldMkLst>
          <pc:docMk/>
          <pc:sldMk cId="2408717167" sldId="270"/>
        </pc:sldMkLst>
      </pc:sldChg>
    </pc:docChg>
  </pc:docChgLst>
  <pc:docChgLst>
    <pc:chgData name="Ellen Torfs" userId="c6aa1e10-4a12-4511-8c7c-135720d4f277" providerId="ADAL" clId="{44A0648C-9193-4F45-B166-3B4454E8FA86}"/>
    <pc:docChg chg="modSld">
      <pc:chgData name="Ellen Torfs" userId="c6aa1e10-4a12-4511-8c7c-135720d4f277" providerId="ADAL" clId="{44A0648C-9193-4F45-B166-3B4454E8FA86}" dt="2023-11-03T08:24:42.986" v="1" actId="20577"/>
      <pc:docMkLst>
        <pc:docMk/>
      </pc:docMkLst>
      <pc:sldChg chg="modSp mod">
        <pc:chgData name="Ellen Torfs" userId="c6aa1e10-4a12-4511-8c7c-135720d4f277" providerId="ADAL" clId="{44A0648C-9193-4F45-B166-3B4454E8FA86}" dt="2023-11-03T08:24:42.986" v="1" actId="20577"/>
        <pc:sldMkLst>
          <pc:docMk/>
          <pc:sldMk cId="2305997284" sldId="290"/>
        </pc:sldMkLst>
      </pc:sldChg>
    </pc:docChg>
  </pc:docChgLst>
  <pc:docChgLst>
    <pc:chgData name="Jochen Mariën" userId="a4f8d9ed-3895-4365-b2d5-9432cb8a20d4" providerId="ADAL" clId="{BE0A6E12-6EED-4666-91F5-A59866CBC24E}"/>
    <pc:docChg chg="undo custSel addSld delSld modSld addSection modSection">
      <pc:chgData name="Jochen Mariën" userId="a4f8d9ed-3895-4365-b2d5-9432cb8a20d4" providerId="ADAL" clId="{BE0A6E12-6EED-4666-91F5-A59866CBC24E}" dt="2022-02-15T15:37:55.388" v="1516" actId="1076"/>
      <pc:docMkLst>
        <pc:docMk/>
      </pc:docMkLst>
      <pc:sldChg chg="addSp modSp mod modNotesTx">
        <pc:chgData name="Jochen Mariën" userId="a4f8d9ed-3895-4365-b2d5-9432cb8a20d4" providerId="ADAL" clId="{BE0A6E12-6EED-4666-91F5-A59866CBC24E}" dt="2022-02-10T12:09:47.754" v="15"/>
        <pc:sldMkLst>
          <pc:docMk/>
          <pc:sldMk cId="3503501734" sldId="257"/>
        </pc:sldMkLst>
      </pc:sldChg>
      <pc:sldChg chg="addSp delSp modSp new mod">
        <pc:chgData name="Jochen Mariën" userId="a4f8d9ed-3895-4365-b2d5-9432cb8a20d4" providerId="ADAL" clId="{BE0A6E12-6EED-4666-91F5-A59866CBC24E}" dt="2022-02-10T12:10:23.747" v="26"/>
        <pc:sldMkLst>
          <pc:docMk/>
          <pc:sldMk cId="3552420801" sldId="258"/>
        </pc:sldMkLst>
      </pc:sldChg>
      <pc:sldChg chg="addSp delSp modSp new mod">
        <pc:chgData name="Jochen Mariën" userId="a4f8d9ed-3895-4365-b2d5-9432cb8a20d4" providerId="ADAL" clId="{BE0A6E12-6EED-4666-91F5-A59866CBC24E}" dt="2022-02-10T12:13:05.708" v="61"/>
        <pc:sldMkLst>
          <pc:docMk/>
          <pc:sldMk cId="1973088971" sldId="259"/>
        </pc:sldMkLst>
      </pc:sldChg>
      <pc:sldChg chg="addSp delSp modSp new mod">
        <pc:chgData name="Jochen Mariën" userId="a4f8d9ed-3895-4365-b2d5-9432cb8a20d4" providerId="ADAL" clId="{BE0A6E12-6EED-4666-91F5-A59866CBC24E}" dt="2022-02-10T12:13:07.507" v="62"/>
        <pc:sldMkLst>
          <pc:docMk/>
          <pc:sldMk cId="1813512616" sldId="260"/>
        </pc:sldMkLst>
      </pc:sldChg>
      <pc:sldChg chg="addSp delSp modSp new mod">
        <pc:chgData name="Jochen Mariën" userId="a4f8d9ed-3895-4365-b2d5-9432cb8a20d4" providerId="ADAL" clId="{BE0A6E12-6EED-4666-91F5-A59866CBC24E}" dt="2022-02-10T12:17:49.654" v="146" actId="1076"/>
        <pc:sldMkLst>
          <pc:docMk/>
          <pc:sldMk cId="3146365000" sldId="261"/>
        </pc:sldMkLst>
      </pc:sldChg>
      <pc:sldChg chg="addSp modSp new mod modNotesTx">
        <pc:chgData name="Jochen Mariën" userId="a4f8d9ed-3895-4365-b2d5-9432cb8a20d4" providerId="ADAL" clId="{BE0A6E12-6EED-4666-91F5-A59866CBC24E}" dt="2022-02-10T12:18:51.167" v="156"/>
        <pc:sldMkLst>
          <pc:docMk/>
          <pc:sldMk cId="2205771123" sldId="262"/>
        </pc:sldMkLst>
      </pc:sldChg>
      <pc:sldChg chg="addSp modSp new mod addCm modNotesTx">
        <pc:chgData name="Jochen Mariën" userId="a4f8d9ed-3895-4365-b2d5-9432cb8a20d4" providerId="ADAL" clId="{BE0A6E12-6EED-4666-91F5-A59866CBC24E}" dt="2022-02-10T12:20:27.879" v="173"/>
        <pc:sldMkLst>
          <pc:docMk/>
          <pc:sldMk cId="876488423" sldId="263"/>
        </pc:sldMkLst>
      </pc:sldChg>
      <pc:sldChg chg="addSp delSp modSp new mod modNotesTx">
        <pc:chgData name="Jochen Mariën" userId="a4f8d9ed-3895-4365-b2d5-9432cb8a20d4" providerId="ADAL" clId="{BE0A6E12-6EED-4666-91F5-A59866CBC24E}" dt="2022-02-10T12:21:06.780" v="179"/>
        <pc:sldMkLst>
          <pc:docMk/>
          <pc:sldMk cId="1413917546" sldId="264"/>
        </pc:sldMkLst>
      </pc:sldChg>
      <pc:sldChg chg="addSp modSp new mod modNotesTx">
        <pc:chgData name="Jochen Mariën" userId="a4f8d9ed-3895-4365-b2d5-9432cb8a20d4" providerId="ADAL" clId="{BE0A6E12-6EED-4666-91F5-A59866CBC24E}" dt="2022-02-10T12:48:11.043" v="1318"/>
        <pc:sldMkLst>
          <pc:docMk/>
          <pc:sldMk cId="3545594292" sldId="265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3.169" v="1319"/>
        <pc:sldMkLst>
          <pc:docMk/>
          <pc:sldMk cId="1311075334" sldId="266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5.474" v="1320"/>
        <pc:sldMkLst>
          <pc:docMk/>
          <pc:sldMk cId="1425194023" sldId="267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7.933" v="1321"/>
        <pc:sldMkLst>
          <pc:docMk/>
          <pc:sldMk cId="933814863" sldId="268"/>
        </pc:sldMkLst>
      </pc:sldChg>
      <pc:sldChg chg="addSp delSp modSp add del mod delAnim chgLayout">
        <pc:chgData name="Jochen Mariën" userId="a4f8d9ed-3895-4365-b2d5-9432cb8a20d4" providerId="ADAL" clId="{BE0A6E12-6EED-4666-91F5-A59866CBC24E}" dt="2022-02-10T12:15:28.764" v="123" actId="47"/>
        <pc:sldMkLst>
          <pc:docMk/>
          <pc:sldMk cId="1566672561" sldId="268"/>
        </pc:sldMkLst>
      </pc:sldChg>
      <pc:sldChg chg="addSp delSp modSp new del mod addCm modNotesTx">
        <pc:chgData name="Jochen Mariën" userId="a4f8d9ed-3895-4365-b2d5-9432cb8a20d4" providerId="ADAL" clId="{BE0A6E12-6EED-4666-91F5-A59866CBC24E}" dt="2022-02-15T08:51:12.037" v="1322" actId="47"/>
        <pc:sldMkLst>
          <pc:docMk/>
          <pc:sldMk cId="2935527269" sldId="269"/>
        </pc:sldMkLst>
      </pc:sldChg>
      <pc:sldChg chg="addSp modSp new mod modAnim modNotesTx">
        <pc:chgData name="Jochen Mariën" userId="a4f8d9ed-3895-4365-b2d5-9432cb8a20d4" providerId="ADAL" clId="{BE0A6E12-6EED-4666-91F5-A59866CBC24E}" dt="2022-02-10T12:41:55.521" v="902"/>
        <pc:sldMkLst>
          <pc:docMk/>
          <pc:sldMk cId="4116537878" sldId="270"/>
        </pc:sldMkLst>
      </pc:sldChg>
      <pc:sldChg chg="addSp modSp new mod addCm">
        <pc:chgData name="Jochen Mariën" userId="a4f8d9ed-3895-4365-b2d5-9432cb8a20d4" providerId="ADAL" clId="{BE0A6E12-6EED-4666-91F5-A59866CBC24E}" dt="2022-02-15T15:37:55.388" v="1516" actId="1076"/>
        <pc:sldMkLst>
          <pc:docMk/>
          <pc:sldMk cId="115509626" sldId="271"/>
        </pc:sldMkLst>
      </pc:sldChg>
      <pc:sldChg chg="modSp new mod">
        <pc:chgData name="Jochen Mariën" userId="a4f8d9ed-3895-4365-b2d5-9432cb8a20d4" providerId="ADAL" clId="{BE0A6E12-6EED-4666-91F5-A59866CBC24E}" dt="2022-02-10T12:45:00.385" v="1136" actId="20577"/>
        <pc:sldMkLst>
          <pc:docMk/>
          <pc:sldMk cId="1413218804" sldId="272"/>
        </pc:sldMkLst>
      </pc:sldChg>
      <pc:sldChg chg="new del">
        <pc:chgData name="Jochen Mariën" userId="a4f8d9ed-3895-4365-b2d5-9432cb8a20d4" providerId="ADAL" clId="{BE0A6E12-6EED-4666-91F5-A59866CBC24E}" dt="2022-02-10T12:44:03.199" v="995" actId="680"/>
        <pc:sldMkLst>
          <pc:docMk/>
          <pc:sldMk cId="1732102838" sldId="272"/>
        </pc:sldMkLst>
      </pc:sldChg>
      <pc:sldChg chg="addSp delSp modSp new mod modNotesTx">
        <pc:chgData name="Jochen Mariën" userId="a4f8d9ed-3895-4365-b2d5-9432cb8a20d4" providerId="ADAL" clId="{BE0A6E12-6EED-4666-91F5-A59866CBC24E}" dt="2022-02-10T12:47:39.072" v="1317" actId="5793"/>
        <pc:sldMkLst>
          <pc:docMk/>
          <pc:sldMk cId="4292923881" sldId="273"/>
        </pc:sldMkLst>
      </pc:sldChg>
      <pc:sldChg chg="modNotesTx">
        <pc:chgData name="Jochen Mariën" userId="a4f8d9ed-3895-4365-b2d5-9432cb8a20d4" providerId="ADAL" clId="{BE0A6E12-6EED-4666-91F5-A59866CBC24E}" dt="2022-02-15T08:54:56.657" v="1497" actId="20577"/>
        <pc:sldMkLst>
          <pc:docMk/>
          <pc:sldMk cId="1829888262" sldId="275"/>
        </pc:sldMkLst>
      </pc:sldChg>
      <pc:sldMasterChg chg="delSldLayout">
        <pc:chgData name="Jochen Mariën" userId="a4f8d9ed-3895-4365-b2d5-9432cb8a20d4" providerId="ADAL" clId="{BE0A6E12-6EED-4666-91F5-A59866CBC24E}" dt="2022-02-10T12:15:28.764" v="123" actId="47"/>
        <pc:sldMasterMkLst>
          <pc:docMk/>
          <pc:sldMasterMk cId="898952359" sldId="2147483648"/>
        </pc:sldMasterMkLst>
        <pc:sldLayoutChg chg="del">
          <pc:chgData name="Jochen Mariën" userId="a4f8d9ed-3895-4365-b2d5-9432cb8a20d4" providerId="ADAL" clId="{BE0A6E12-6EED-4666-91F5-A59866CBC24E}" dt="2022-02-10T12:15:28.764" v="123" actId="47"/>
          <pc:sldLayoutMkLst>
            <pc:docMk/>
            <pc:sldMasterMk cId="898952359" sldId="2147483648"/>
            <pc:sldLayoutMk cId="534415140" sldId="2147483660"/>
          </pc:sldLayoutMkLst>
        </pc:sldLayoutChg>
      </pc:sldMasterChg>
    </pc:docChg>
  </pc:docChgLst>
  <pc:docChgLst>
    <pc:chgData name="Ellen Torfs" userId="c6aa1e10-4a12-4511-8c7c-135720d4f277" providerId="ADAL" clId="{12CE8BF7-99A2-40E2-A9CB-C29267AE7EA3}"/>
    <pc:docChg chg="modSld">
      <pc:chgData name="Ellen Torfs" userId="c6aa1e10-4a12-4511-8c7c-135720d4f277" providerId="ADAL" clId="{12CE8BF7-99A2-40E2-A9CB-C29267AE7EA3}" dt="2019-05-27T11:40:26.634" v="5" actId="20577"/>
      <pc:docMkLst>
        <pc:docMk/>
      </pc:docMkLst>
      <pc:sldChg chg="modSp">
        <pc:chgData name="Ellen Torfs" userId="c6aa1e10-4a12-4511-8c7c-135720d4f277" providerId="ADAL" clId="{12CE8BF7-99A2-40E2-A9CB-C29267AE7EA3}" dt="2019-05-27T11:40:26.634" v="5" actId="20577"/>
        <pc:sldMkLst>
          <pc:docMk/>
          <pc:sldMk cId="2513866126" sldId="267"/>
        </pc:sldMkLst>
      </pc:sldChg>
    </pc:docChg>
  </pc:docChgLst>
  <pc:docChgLst>
    <pc:chgData name="Jochen Mariën" userId="S::u0068647@thomasmore.be::a4f8d9ed-3895-4365-b2d5-9432cb8a20d4" providerId="AD" clId="Web-{1B047FB4-1354-41BD-8F9D-389E55DBA64F}"/>
    <pc:docChg chg="modSld">
      <pc:chgData name="Jochen Mariën" userId="S::u0068647@thomasmore.be::a4f8d9ed-3895-4365-b2d5-9432cb8a20d4" providerId="AD" clId="Web-{1B047FB4-1354-41BD-8F9D-389E55DBA64F}" dt="2023-10-30T09:06:46.402" v="5" actId="20577"/>
      <pc:docMkLst>
        <pc:docMk/>
      </pc:docMkLst>
      <pc:sldChg chg="modSp">
        <pc:chgData name="Jochen Mariën" userId="S::u0068647@thomasmore.be::a4f8d9ed-3895-4365-b2d5-9432cb8a20d4" providerId="AD" clId="Web-{1B047FB4-1354-41BD-8F9D-389E55DBA64F}" dt="2023-10-30T08:58:41.542" v="1" actId="20577"/>
        <pc:sldMkLst>
          <pc:docMk/>
          <pc:sldMk cId="3906571617" sldId="268"/>
        </pc:sldMkLst>
      </pc:sldChg>
      <pc:sldChg chg="modSp">
        <pc:chgData name="Jochen Mariën" userId="S::u0068647@thomasmore.be::a4f8d9ed-3895-4365-b2d5-9432cb8a20d4" providerId="AD" clId="Web-{1B047FB4-1354-41BD-8F9D-389E55DBA64F}" dt="2023-10-30T09:02:52.519" v="2" actId="20577"/>
        <pc:sldMkLst>
          <pc:docMk/>
          <pc:sldMk cId="3919947077" sldId="279"/>
        </pc:sldMkLst>
      </pc:sldChg>
      <pc:sldChg chg="modSp">
        <pc:chgData name="Jochen Mariën" userId="S::u0068647@thomasmore.be::a4f8d9ed-3895-4365-b2d5-9432cb8a20d4" providerId="AD" clId="Web-{1B047FB4-1354-41BD-8F9D-389E55DBA64F}" dt="2023-10-30T09:04:57.086" v="3" actId="20577"/>
        <pc:sldMkLst>
          <pc:docMk/>
          <pc:sldMk cId="3403620141" sldId="284"/>
        </pc:sldMkLst>
      </pc:sldChg>
      <pc:sldChg chg="modSp">
        <pc:chgData name="Jochen Mariën" userId="S::u0068647@thomasmore.be::a4f8d9ed-3895-4365-b2d5-9432cb8a20d4" providerId="AD" clId="Web-{1B047FB4-1354-41BD-8F9D-389E55DBA64F}" dt="2023-10-30T09:05:43.337" v="4" actId="20577"/>
        <pc:sldMkLst>
          <pc:docMk/>
          <pc:sldMk cId="2760852640" sldId="287"/>
        </pc:sldMkLst>
      </pc:sldChg>
      <pc:sldChg chg="modSp">
        <pc:chgData name="Jochen Mariën" userId="S::u0068647@thomasmore.be::a4f8d9ed-3895-4365-b2d5-9432cb8a20d4" providerId="AD" clId="Web-{1B047FB4-1354-41BD-8F9D-389E55DBA64F}" dt="2023-10-30T09:06:46.402" v="5" actId="20577"/>
        <pc:sldMkLst>
          <pc:docMk/>
          <pc:sldMk cId="104264709" sldId="289"/>
        </pc:sldMkLst>
      </pc:sldChg>
    </pc:docChg>
  </pc:docChgLst>
  <pc:docChgLst>
    <pc:chgData name="Ellen Torfs" userId="c6aa1e10-4a12-4511-8c7c-135720d4f277" providerId="ADAL" clId="{214A502F-9E29-43F9-9CAB-F5A2DFA76F4E}"/>
    <pc:docChg chg="undo custSel addSld delSld modSld modMainMaster">
      <pc:chgData name="Ellen Torfs" userId="c6aa1e10-4a12-4511-8c7c-135720d4f277" providerId="ADAL" clId="{214A502F-9E29-43F9-9CAB-F5A2DFA76F4E}" dt="2022-01-19T09:08:31.393" v="405" actId="20577"/>
      <pc:docMkLst>
        <pc:docMk/>
      </pc:docMkLst>
      <pc:sldChg chg="modSp mod">
        <pc:chgData name="Ellen Torfs" userId="c6aa1e10-4a12-4511-8c7c-135720d4f277" providerId="ADAL" clId="{214A502F-9E29-43F9-9CAB-F5A2DFA76F4E}" dt="2022-01-19T09:08:08.565" v="403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214A502F-9E29-43F9-9CAB-F5A2DFA76F4E}" dt="2022-01-19T09:03:50.394" v="323" actId="47"/>
        <pc:sldMkLst>
          <pc:docMk/>
          <pc:sldMk cId="1055868665" sldId="257"/>
        </pc:sldMkLst>
      </pc:sldChg>
      <pc:sldChg chg="modSp mod">
        <pc:chgData name="Ellen Torfs" userId="c6aa1e10-4a12-4511-8c7c-135720d4f277" providerId="ADAL" clId="{214A502F-9E29-43F9-9CAB-F5A2DFA76F4E}" dt="2022-01-19T09:04:52.510" v="333" actId="13926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214A502F-9E29-43F9-9CAB-F5A2DFA76F4E}" dt="2022-01-19T09:05:56.409" v="352" actId="13926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214A502F-9E29-43F9-9CAB-F5A2DFA76F4E}" dt="2022-01-19T09:08:31.393" v="405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214A502F-9E29-43F9-9CAB-F5A2DFA76F4E}" dt="2022-01-19T09:06:52.032" v="357" actId="2057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214A502F-9E29-43F9-9CAB-F5A2DFA76F4E}" dt="2022-01-19T09:06:11.686" v="353" actId="47"/>
        <pc:sldMkLst>
          <pc:docMk/>
          <pc:sldMk cId="981461507" sldId="270"/>
        </pc:sldMkLst>
      </pc:sldChg>
      <pc:sldChg chg="modSp new del mod">
        <pc:chgData name="Ellen Torfs" userId="c6aa1e10-4a12-4511-8c7c-135720d4f277" providerId="ADAL" clId="{214A502F-9E29-43F9-9CAB-F5A2DFA76F4E}" dt="2022-01-19T09:08:12.070" v="404" actId="47"/>
        <pc:sldMkLst>
          <pc:docMk/>
          <pc:sldMk cId="4175316598" sldId="272"/>
        </pc:sldMkLst>
      </pc:sldChg>
      <pc:sldMasterChg chg="modSldLayout">
        <pc:chgData name="Ellen Torfs" userId="c6aa1e10-4a12-4511-8c7c-135720d4f277" providerId="ADAL" clId="{214A502F-9E29-43F9-9CAB-F5A2DFA76F4E}" dt="2022-01-19T08:56:19.361" v="92" actId="1076"/>
        <pc:sldMasterMkLst>
          <pc:docMk/>
          <pc:sldMasterMk cId="898952359" sldId="2147483648"/>
        </pc:sldMasterMkLst>
        <pc:sldLayoutChg chg="addSp delSp modSp mod">
          <pc:chgData name="Ellen Torfs" userId="c6aa1e10-4a12-4511-8c7c-135720d4f277" providerId="ADAL" clId="{214A502F-9E29-43F9-9CAB-F5A2DFA76F4E}" dt="2022-01-19T08:56:19.361" v="92" actId="1076"/>
          <pc:sldLayoutMkLst>
            <pc:docMk/>
            <pc:sldMasterMk cId="898952359" sldId="2147483648"/>
            <pc:sldLayoutMk cId="2661203413" sldId="2147483649"/>
          </pc:sldLayoutMkLst>
        </pc:sldLayoutChg>
      </pc:sldMasterChg>
    </pc:docChg>
  </pc:docChgLst>
  <pc:docChgLst>
    <pc:chgData name="Jochen Mariën" userId="a4f8d9ed-3895-4365-b2d5-9432cb8a20d4" providerId="ADAL" clId="{8AF057AC-BCA7-4FBE-8375-9CCE83B5818F}"/>
    <pc:docChg chg="custSel modSld">
      <pc:chgData name="Jochen Mariën" userId="a4f8d9ed-3895-4365-b2d5-9432cb8a20d4" providerId="ADAL" clId="{8AF057AC-BCA7-4FBE-8375-9CCE83B5818F}" dt="2022-09-01T12:02:55.277" v="11" actId="313"/>
      <pc:docMkLst>
        <pc:docMk/>
      </pc:docMkLst>
      <pc:sldChg chg="modSp mod">
        <pc:chgData name="Jochen Mariën" userId="a4f8d9ed-3895-4365-b2d5-9432cb8a20d4" providerId="ADAL" clId="{8AF057AC-BCA7-4FBE-8375-9CCE83B5818F}" dt="2022-09-01T12:01:39.409" v="5" actId="20577"/>
        <pc:sldMkLst>
          <pc:docMk/>
          <pc:sldMk cId="2263161374" sldId="276"/>
        </pc:sldMkLst>
      </pc:sldChg>
      <pc:sldChg chg="modSp mod">
        <pc:chgData name="Jochen Mariën" userId="a4f8d9ed-3895-4365-b2d5-9432cb8a20d4" providerId="ADAL" clId="{8AF057AC-BCA7-4FBE-8375-9CCE83B5818F}" dt="2022-09-01T12:02:37.836" v="10" actId="20577"/>
        <pc:sldMkLst>
          <pc:docMk/>
          <pc:sldMk cId="4061739640" sldId="278"/>
        </pc:sldMkLst>
      </pc:sldChg>
      <pc:sldChg chg="modSp mod">
        <pc:chgData name="Jochen Mariën" userId="a4f8d9ed-3895-4365-b2d5-9432cb8a20d4" providerId="ADAL" clId="{8AF057AC-BCA7-4FBE-8375-9CCE83B5818F}" dt="2022-09-01T12:02:55.277" v="11" actId="313"/>
        <pc:sldMkLst>
          <pc:docMk/>
          <pc:sldMk cId="953451275" sldId="280"/>
        </pc:sldMkLst>
      </pc:sldChg>
    </pc:docChg>
  </pc:docChgLst>
  <pc:docChgLst>
    <pc:chgData name="Ellen Torfs" userId="c6aa1e10-4a12-4511-8c7c-135720d4f277" providerId="ADAL" clId="{FF95A89B-2AB9-47A5-A5A2-46B9549F1166}"/>
    <pc:docChg chg="custSel addSld delSld modSld replTag delTag">
      <pc:chgData name="Ellen Torfs" userId="c6aa1e10-4a12-4511-8c7c-135720d4f277" providerId="ADAL" clId="{FF95A89B-2AB9-47A5-A5A2-46B9549F1166}" dt="2021-09-20T16:12:03.447" v="575"/>
      <pc:docMkLst>
        <pc:docMk/>
      </pc:docMkLst>
      <pc:sldChg chg="modSp mod">
        <pc:chgData name="Ellen Torfs" userId="c6aa1e10-4a12-4511-8c7c-135720d4f277" providerId="ADAL" clId="{FF95A89B-2AB9-47A5-A5A2-46B9549F1166}" dt="2021-09-20T16:01:10.342" v="30" actId="20577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FF95A89B-2AB9-47A5-A5A2-46B9549F1166}" dt="2021-09-20T16:01:49.303" v="36" actId="20577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FF95A89B-2AB9-47A5-A5A2-46B9549F1166}" dt="2021-09-20T16:11:47.840" v="572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FF95A89B-2AB9-47A5-A5A2-46B9549F1166}" dt="2021-09-20T15:59:37.065" v="19" actId="20577"/>
        <pc:sldMkLst>
          <pc:docMk/>
          <pc:sldMk cId="1006678507" sldId="268"/>
        </pc:sldMkLst>
      </pc:sldChg>
      <pc:sldChg chg="modSp mod">
        <pc:chgData name="Ellen Torfs" userId="c6aa1e10-4a12-4511-8c7c-135720d4f277" providerId="ADAL" clId="{FF95A89B-2AB9-47A5-A5A2-46B9549F1166}" dt="2021-09-20T16:11:00.360" v="566" actId="20577"/>
        <pc:sldMkLst>
          <pc:docMk/>
          <pc:sldMk cId="2571285731" sldId="269"/>
        </pc:sldMkLst>
      </pc:sldChg>
      <pc:sldChg chg="modSp new del mod">
        <pc:chgData name="Ellen Torfs" userId="c6aa1e10-4a12-4511-8c7c-135720d4f277" providerId="ADAL" clId="{FF95A89B-2AB9-47A5-A5A2-46B9549F1166}" dt="2021-09-20T16:11:04.389" v="567" actId="47"/>
        <pc:sldMkLst>
          <pc:docMk/>
          <pc:sldMk cId="2783466768" sldId="272"/>
        </pc:sldMkLst>
      </pc:sldChg>
    </pc:docChg>
  </pc:docChgLst>
  <pc:docChgLst>
    <pc:chgData name="Jochen Mariën" userId="S::u0068647@thomasmore.be::a4f8d9ed-3895-4365-b2d5-9432cb8a20d4" providerId="AD" clId="Web-{5EF606C9-55CE-4E13-9281-21C72FAE1DAC}"/>
    <pc:docChg chg="modSld">
      <pc:chgData name="Jochen Mariën" userId="S::u0068647@thomasmore.be::a4f8d9ed-3895-4365-b2d5-9432cb8a20d4" providerId="AD" clId="Web-{5EF606C9-55CE-4E13-9281-21C72FAE1DAC}" dt="2023-11-03T07:12:48.483" v="1" actId="20577"/>
      <pc:docMkLst>
        <pc:docMk/>
      </pc:docMkLst>
      <pc:sldChg chg="modSp">
        <pc:chgData name="Jochen Mariën" userId="S::u0068647@thomasmore.be::a4f8d9ed-3895-4365-b2d5-9432cb8a20d4" providerId="AD" clId="Web-{5EF606C9-55CE-4E13-9281-21C72FAE1DAC}" dt="2023-11-03T07:12:48.483" v="1" actId="20577"/>
        <pc:sldMkLst>
          <pc:docMk/>
          <pc:sldMk cId="3906571617" sldId="268"/>
        </pc:sldMkLst>
      </pc:sldChg>
    </pc:docChg>
  </pc:docChgLst>
  <pc:docChgLst>
    <pc:chgData name="Ellen Torfs" userId="c6aa1e10-4a12-4511-8c7c-135720d4f277" providerId="ADAL" clId="{A34FAF8E-6267-48E0-9941-086A1623C187}"/>
    <pc:docChg chg="custSel addSld delSld modSld">
      <pc:chgData name="Ellen Torfs" userId="c6aa1e10-4a12-4511-8c7c-135720d4f277" providerId="ADAL" clId="{A34FAF8E-6267-48E0-9941-086A1623C187}" dt="2022-01-19T09:10:52.439" v="63" actId="20577"/>
      <pc:docMkLst>
        <pc:docMk/>
      </pc:docMkLst>
      <pc:sldChg chg="modSp mod">
        <pc:chgData name="Ellen Torfs" userId="c6aa1e10-4a12-4511-8c7c-135720d4f277" providerId="ADAL" clId="{A34FAF8E-6267-48E0-9941-086A1623C187}" dt="2022-01-19T09:10:41.096" v="45" actId="20577"/>
        <pc:sldMkLst>
          <pc:docMk/>
          <pc:sldMk cId="54334544" sldId="256"/>
        </pc:sldMkLst>
      </pc:sldChg>
      <pc:sldChg chg="modSp new mod">
        <pc:chgData name="Ellen Torfs" userId="c6aa1e10-4a12-4511-8c7c-135720d4f277" providerId="ADAL" clId="{A34FAF8E-6267-48E0-9941-086A1623C187}" dt="2022-01-19T09:10:52.439" v="63" actId="20577"/>
        <pc:sldMkLst>
          <pc:docMk/>
          <pc:sldMk cId="3503501734" sldId="25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620147385" sldId="25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13866126" sldId="26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1006678507" sldId="26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E38E71A2-08A4-48AF-89DB-C74130CE98D2}"/>
    <pc:docChg chg="undo custSel addSld delSld modSld">
      <pc:chgData name="Ellen Torfs" userId="c6aa1e10-4a12-4511-8c7c-135720d4f277" providerId="ADAL" clId="{E38E71A2-08A4-48AF-89DB-C74130CE98D2}" dt="2020-09-14T14:32:16.911" v="2442" actId="20577"/>
      <pc:docMkLst>
        <pc:docMk/>
      </pc:docMkLst>
      <pc:sldChg chg="modSp">
        <pc:chgData name="Ellen Torfs" userId="c6aa1e10-4a12-4511-8c7c-135720d4f277" providerId="ADAL" clId="{E38E71A2-08A4-48AF-89DB-C74130CE98D2}" dt="2020-09-14T11:10:49.947" v="718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E38E71A2-08A4-48AF-89DB-C74130CE98D2}" dt="2020-09-14T11:11:39.137" v="745" actId="1076"/>
        <pc:sldMkLst>
          <pc:docMk/>
          <pc:sldMk cId="1055868665" sldId="257"/>
        </pc:sldMkLst>
      </pc:sldChg>
      <pc:sldChg chg="modSp">
        <pc:chgData name="Ellen Torfs" userId="c6aa1e10-4a12-4511-8c7c-135720d4f277" providerId="ADAL" clId="{E38E71A2-08A4-48AF-89DB-C74130CE98D2}" dt="2020-09-14T11:10:18.956" v="691" actId="6549"/>
        <pc:sldMkLst>
          <pc:docMk/>
          <pc:sldMk cId="620147385" sldId="258"/>
        </pc:sldMkLst>
      </pc:sldChg>
      <pc:sldChg chg="modSp">
        <pc:chgData name="Ellen Torfs" userId="c6aa1e10-4a12-4511-8c7c-135720d4f277" providerId="ADAL" clId="{E38E71A2-08A4-48AF-89DB-C74130CE98D2}" dt="2020-09-14T14:11:49.723" v="1294" actId="2057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E38E71A2-08A4-48AF-89DB-C74130CE98D2}" dt="2020-09-14T14:11:05.063" v="1291" actId="2696"/>
        <pc:sldMkLst>
          <pc:docMk/>
          <pc:sldMk cId="977749703" sldId="263"/>
        </pc:sldMkLst>
      </pc:sldChg>
      <pc:sldChg chg="del">
        <pc:chgData name="Ellen Torfs" userId="c6aa1e10-4a12-4511-8c7c-135720d4f277" providerId="ADAL" clId="{E38E71A2-08A4-48AF-89DB-C74130CE98D2}" dt="2020-09-14T14:11:05.057" v="1290" actId="2696"/>
        <pc:sldMkLst>
          <pc:docMk/>
          <pc:sldMk cId="2290807259" sldId="264"/>
        </pc:sldMkLst>
      </pc:sldChg>
      <pc:sldChg chg="del">
        <pc:chgData name="Ellen Torfs" userId="c6aa1e10-4a12-4511-8c7c-135720d4f277" providerId="ADAL" clId="{E38E71A2-08A4-48AF-89DB-C74130CE98D2}" dt="2020-09-14T14:13:15.755" v="1297" actId="2696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E38E71A2-08A4-48AF-89DB-C74130CE98D2}" dt="2020-09-14T10:55:46.951" v="236" actId="20577"/>
        <pc:sldMkLst>
          <pc:docMk/>
          <pc:sldMk cId="2513866126" sldId="267"/>
        </pc:sldMkLst>
      </pc:sldChg>
      <pc:sldChg chg="modSp">
        <pc:chgData name="Ellen Torfs" userId="c6aa1e10-4a12-4511-8c7c-135720d4f277" providerId="ADAL" clId="{E38E71A2-08A4-48AF-89DB-C74130CE98D2}" dt="2020-09-14T11:05:34.423" v="519" actId="27636"/>
        <pc:sldMkLst>
          <pc:docMk/>
          <pc:sldMk cId="1006678507" sldId="268"/>
        </pc:sldMkLst>
      </pc:sldChg>
      <pc:sldChg chg="modSp">
        <pc:chgData name="Ellen Torfs" userId="c6aa1e10-4a12-4511-8c7c-135720d4f277" providerId="ADAL" clId="{E38E71A2-08A4-48AF-89DB-C74130CE98D2}" dt="2020-09-14T14:25:40.260" v="1794" actId="20577"/>
        <pc:sldMkLst>
          <pc:docMk/>
          <pc:sldMk cId="2571285731" sldId="269"/>
        </pc:sldMkLst>
      </pc:sldChg>
      <pc:sldChg chg="modSp add">
        <pc:chgData name="Ellen Torfs" userId="c6aa1e10-4a12-4511-8c7c-135720d4f277" providerId="ADAL" clId="{E38E71A2-08A4-48AF-89DB-C74130CE98D2}" dt="2020-09-14T14:12:11.785" v="1296" actId="6549"/>
        <pc:sldMkLst>
          <pc:docMk/>
          <pc:sldMk cId="981461507" sldId="270"/>
        </pc:sldMkLst>
      </pc:sldChg>
      <pc:sldChg chg="modSp add">
        <pc:chgData name="Ellen Torfs" userId="c6aa1e10-4a12-4511-8c7c-135720d4f277" providerId="ADAL" clId="{E38E71A2-08A4-48AF-89DB-C74130CE98D2}" dt="2020-09-14T14:32:16.911" v="2442" actId="2057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768FC7C2-F920-440A-B678-F18A8E1311B7}"/>
    <pc:docChg chg="custSel modSld replTag delTag">
      <pc:chgData name="Ellen Torfs" userId="c6aa1e10-4a12-4511-8c7c-135720d4f277" providerId="ADAL" clId="{768FC7C2-F920-440A-B678-F18A8E1311B7}" dt="2021-09-17T15:05:07.352" v="20"/>
      <pc:docMkLst>
        <pc:docMk/>
      </pc:docMkLst>
      <pc:sldChg chg="modSp mod">
        <pc:chgData name="Ellen Torfs" userId="c6aa1e10-4a12-4511-8c7c-135720d4f277" providerId="ADAL" clId="{768FC7C2-F920-440A-B678-F18A8E1311B7}" dt="2021-09-17T15:05:05.642" v="17" actId="6549"/>
        <pc:sldMkLst>
          <pc:docMk/>
          <pc:sldMk cId="54334544" sldId="256"/>
        </pc:sldMkLst>
      </pc:sldChg>
    </pc:docChg>
  </pc:docChgLst>
  <pc:docChgLst>
    <pc:chgData name="Ellen Torfs" userId="c6aa1e10-4a12-4511-8c7c-135720d4f277" providerId="ADAL" clId="{D03B520A-0C64-4816-9B9D-4B4825F3D4CB}"/>
    <pc:docChg chg="custSel modSld">
      <pc:chgData name="Ellen Torfs" userId="c6aa1e10-4a12-4511-8c7c-135720d4f277" providerId="ADAL" clId="{D03B520A-0C64-4816-9B9D-4B4825F3D4CB}" dt="2022-10-30T10:00:51.015" v="211" actId="6549"/>
      <pc:docMkLst>
        <pc:docMk/>
      </pc:docMkLst>
      <pc:sldChg chg="modSp mod delCm modNotesTx">
        <pc:chgData name="Ellen Torfs" userId="c6aa1e10-4a12-4511-8c7c-135720d4f277" providerId="ADAL" clId="{D03B520A-0C64-4816-9B9D-4B4825F3D4CB}" dt="2022-10-30T09:50:35.770" v="23" actId="20577"/>
        <pc:sldMkLst>
          <pc:docMk/>
          <pc:sldMk cId="876488423" sldId="263"/>
        </pc:sldMkLst>
      </pc:sldChg>
      <pc:sldChg chg="modNotesTx">
        <pc:chgData name="Ellen Torfs" userId="c6aa1e10-4a12-4511-8c7c-135720d4f277" providerId="ADAL" clId="{D03B520A-0C64-4816-9B9D-4B4825F3D4CB}" dt="2022-10-30T09:52:50.101" v="174" actId="20577"/>
        <pc:sldMkLst>
          <pc:docMk/>
          <pc:sldMk cId="1413917546" sldId="264"/>
        </pc:sldMkLst>
      </pc:sldChg>
      <pc:sldChg chg="modNotesTx">
        <pc:chgData name="Ellen Torfs" userId="c6aa1e10-4a12-4511-8c7c-135720d4f277" providerId="ADAL" clId="{D03B520A-0C64-4816-9B9D-4B4825F3D4CB}" dt="2022-10-30T09:54:15.496" v="190" actId="20577"/>
        <pc:sldMkLst>
          <pc:docMk/>
          <pc:sldMk cId="1425194023" sldId="267"/>
        </pc:sldMkLst>
      </pc:sldChg>
      <pc:sldChg chg="modSp mod">
        <pc:chgData name="Ellen Torfs" userId="c6aa1e10-4a12-4511-8c7c-135720d4f277" providerId="ADAL" clId="{D03B520A-0C64-4816-9B9D-4B4825F3D4CB}" dt="2022-10-30T10:00:51.015" v="211" actId="6549"/>
        <pc:sldMkLst>
          <pc:docMk/>
          <pc:sldMk cId="1413218804" sldId="272"/>
        </pc:sldMkLst>
      </pc:sldChg>
      <pc:sldChg chg="modSp mod modNotesTx">
        <pc:chgData name="Ellen Torfs" userId="c6aa1e10-4a12-4511-8c7c-135720d4f277" providerId="ADAL" clId="{D03B520A-0C64-4816-9B9D-4B4825F3D4CB}" dt="2022-10-30T09:59:39.491" v="210" actId="20577"/>
        <pc:sldMkLst>
          <pc:docMk/>
          <pc:sldMk cId="1829888262" sldId="275"/>
        </pc:sldMkLst>
      </pc:sldChg>
      <pc:sldChg chg="modSp mod">
        <pc:chgData name="Ellen Torfs" userId="c6aa1e10-4a12-4511-8c7c-135720d4f277" providerId="ADAL" clId="{D03B520A-0C64-4816-9B9D-4B4825F3D4CB}" dt="2022-10-30T09:55:10.721" v="198" actId="20577"/>
        <pc:sldMkLst>
          <pc:docMk/>
          <pc:sldMk cId="2263161374" sldId="276"/>
        </pc:sldMkLst>
      </pc:sldChg>
    </pc:docChg>
  </pc:docChgLst>
  <pc:docChgLst>
    <pc:chgData name="Ellen Torfs" userId="c6aa1e10-4a12-4511-8c7c-135720d4f277" providerId="ADAL" clId="{E8C14D58-08E4-4914-959A-DD56EC8F12A8}"/>
    <pc:docChg chg="undo custSel modSld">
      <pc:chgData name="Ellen Torfs" userId="c6aa1e10-4a12-4511-8c7c-135720d4f277" providerId="ADAL" clId="{E8C14D58-08E4-4914-959A-DD56EC8F12A8}" dt="2022-09-26T14:30:40.478" v="10" actId="313"/>
      <pc:docMkLst>
        <pc:docMk/>
      </pc:docMkLst>
      <pc:sldChg chg="modSp mod">
        <pc:chgData name="Ellen Torfs" userId="c6aa1e10-4a12-4511-8c7c-135720d4f277" providerId="ADAL" clId="{E8C14D58-08E4-4914-959A-DD56EC8F12A8}" dt="2022-09-26T14:30:40.478" v="10" actId="313"/>
        <pc:sldMkLst>
          <pc:docMk/>
          <pc:sldMk cId="1413218804" sldId="272"/>
        </pc:sldMkLst>
      </pc:sldChg>
    </pc:docChg>
  </pc:docChgLst>
  <pc:docChgLst>
    <pc:chgData name="Jochen Mariën" userId="a4f8d9ed-3895-4365-b2d5-9432cb8a20d4" providerId="ADAL" clId="{356E6382-9B20-433D-9953-01900B9EF39A}"/>
    <pc:docChg chg="custSel addSld modSld">
      <pc:chgData name="Jochen Mariën" userId="a4f8d9ed-3895-4365-b2d5-9432cb8a20d4" providerId="ADAL" clId="{356E6382-9B20-433D-9953-01900B9EF39A}" dt="2025-09-30T11:27:23.236" v="297" actId="6549"/>
      <pc:docMkLst>
        <pc:docMk/>
      </pc:docMkLst>
      <pc:sldChg chg="modSp mod">
        <pc:chgData name="Jochen Mariën" userId="a4f8d9ed-3895-4365-b2d5-9432cb8a20d4" providerId="ADAL" clId="{356E6382-9B20-433D-9953-01900B9EF39A}" dt="2025-09-30T11:27:23.236" v="297" actId="6549"/>
        <pc:sldMkLst>
          <pc:docMk/>
          <pc:sldMk cId="2853392020" sldId="288"/>
        </pc:sldMkLst>
        <pc:spChg chg="mod">
          <ac:chgData name="Jochen Mariën" userId="a4f8d9ed-3895-4365-b2d5-9432cb8a20d4" providerId="ADAL" clId="{356E6382-9B20-433D-9953-01900B9EF39A}" dt="2025-09-30T11:27:23.236" v="297" actId="6549"/>
          <ac:spMkLst>
            <pc:docMk/>
            <pc:sldMk cId="2853392020" sldId="288"/>
            <ac:spMk id="3" creationId="{21F65E9F-7955-3AD2-0E2E-AA45C196B032}"/>
          </ac:spMkLst>
        </pc:spChg>
      </pc:sldChg>
      <pc:sldChg chg="add">
        <pc:chgData name="Jochen Mariën" userId="a4f8d9ed-3895-4365-b2d5-9432cb8a20d4" providerId="ADAL" clId="{356E6382-9B20-433D-9953-01900B9EF39A}" dt="2025-09-23T13:49:14.997" v="266"/>
        <pc:sldMkLst>
          <pc:docMk/>
          <pc:sldMk cId="1476502842" sldId="294"/>
        </pc:sldMkLst>
      </pc:sldChg>
      <pc:sldChg chg="addSp delSp modSp mod">
        <pc:chgData name="Jochen Mariën" userId="a4f8d9ed-3895-4365-b2d5-9432cb8a20d4" providerId="ADAL" clId="{356E6382-9B20-433D-9953-01900B9EF39A}" dt="2025-09-30T11:25:03.851" v="287" actId="1076"/>
        <pc:sldMkLst>
          <pc:docMk/>
          <pc:sldMk cId="491486633" sldId="295"/>
        </pc:sldMkLst>
        <pc:picChg chg="add mod">
          <ac:chgData name="Jochen Mariën" userId="a4f8d9ed-3895-4365-b2d5-9432cb8a20d4" providerId="ADAL" clId="{356E6382-9B20-433D-9953-01900B9EF39A}" dt="2025-09-30T11:25:03.851" v="287" actId="1076"/>
          <ac:picMkLst>
            <pc:docMk/>
            <pc:sldMk cId="491486633" sldId="295"/>
            <ac:picMk id="6" creationId="{118269E4-B5F2-E18A-4B52-5EFF4D2AB96B}"/>
          </ac:picMkLst>
        </pc:picChg>
        <pc:picChg chg="del">
          <ac:chgData name="Jochen Mariën" userId="a4f8d9ed-3895-4365-b2d5-9432cb8a20d4" providerId="ADAL" clId="{356E6382-9B20-433D-9953-01900B9EF39A}" dt="2025-09-30T11:24:58.737" v="282" actId="478"/>
          <ac:picMkLst>
            <pc:docMk/>
            <pc:sldMk cId="491486633" sldId="295"/>
            <ac:picMk id="8" creationId="{6419D3B8-4F3B-BDD9-04B9-05397BFC6CF4}"/>
          </ac:picMkLst>
        </pc:picChg>
      </pc:sldChg>
      <pc:sldChg chg="modSp add mod">
        <pc:chgData name="Jochen Mariën" userId="a4f8d9ed-3895-4365-b2d5-9432cb8a20d4" providerId="ADAL" clId="{356E6382-9B20-433D-9953-01900B9EF39A}" dt="2025-09-23T13:50:09.015" v="281" actId="20577"/>
        <pc:sldMkLst>
          <pc:docMk/>
          <pc:sldMk cId="2399312911" sldId="321"/>
        </pc:sldMkLst>
        <pc:spChg chg="mod">
          <ac:chgData name="Jochen Mariën" userId="a4f8d9ed-3895-4365-b2d5-9432cb8a20d4" providerId="ADAL" clId="{356E6382-9B20-433D-9953-01900B9EF39A}" dt="2025-09-23T13:50:09.015" v="281" actId="20577"/>
          <ac:spMkLst>
            <pc:docMk/>
            <pc:sldMk cId="2399312911" sldId="321"/>
            <ac:spMk id="3" creationId="{0A7506FD-433F-C376-F253-6F972EE7C77B}"/>
          </ac:spMkLst>
        </pc:spChg>
      </pc:sldChg>
    </pc:docChg>
  </pc:docChgLst>
  <pc:docChgLst>
    <pc:chgData name="Kristine Mangelschots" userId="f3152f8f-1017-4733-9e76-33dd9c43a1dc" providerId="ADAL" clId="{05A49D9E-96FD-417D-9E2F-1CB52DAA9A90}"/>
    <pc:docChg chg="undo custSel modSld">
      <pc:chgData name="Kristine Mangelschots" userId="f3152f8f-1017-4733-9e76-33dd9c43a1dc" providerId="ADAL" clId="{05A49D9E-96FD-417D-9E2F-1CB52DAA9A90}" dt="2022-08-24T08:16:52.264" v="30" actId="20577"/>
      <pc:docMkLst>
        <pc:docMk/>
      </pc:docMkLst>
      <pc:sldChg chg="delSp modSp mod">
        <pc:chgData name="Kristine Mangelschots" userId="f3152f8f-1017-4733-9e76-33dd9c43a1dc" providerId="ADAL" clId="{05A49D9E-96FD-417D-9E2F-1CB52DAA9A90}" dt="2022-08-24T08:07:50.738" v="3" actId="14100"/>
        <pc:sldMkLst>
          <pc:docMk/>
          <pc:sldMk cId="3503501734" sldId="257"/>
        </pc:sldMkLst>
      </pc:sldChg>
      <pc:sldChg chg="modSp mod">
        <pc:chgData name="Kristine Mangelschots" userId="f3152f8f-1017-4733-9e76-33dd9c43a1dc" providerId="ADAL" clId="{05A49D9E-96FD-417D-9E2F-1CB52DAA9A90}" dt="2022-08-24T08:11:03.834" v="5" actId="14100"/>
        <pc:sldMkLst>
          <pc:docMk/>
          <pc:sldMk cId="1413917546" sldId="264"/>
        </pc:sldMkLst>
      </pc:sldChg>
      <pc:sldChg chg="addSp delSp mod">
        <pc:chgData name="Kristine Mangelschots" userId="f3152f8f-1017-4733-9e76-33dd9c43a1dc" providerId="ADAL" clId="{05A49D9E-96FD-417D-9E2F-1CB52DAA9A90}" dt="2022-08-24T08:11:31.993" v="8" actId="478"/>
        <pc:sldMkLst>
          <pc:docMk/>
          <pc:sldMk cId="3545594292" sldId="265"/>
        </pc:sldMkLst>
      </pc:sldChg>
      <pc:sldChg chg="modSp mod">
        <pc:chgData name="Kristine Mangelschots" userId="f3152f8f-1017-4733-9e76-33dd9c43a1dc" providerId="ADAL" clId="{05A49D9E-96FD-417D-9E2F-1CB52DAA9A90}" dt="2022-08-24T08:16:20.265" v="28" actId="1582"/>
        <pc:sldMkLst>
          <pc:docMk/>
          <pc:sldMk cId="4116537878" sldId="270"/>
        </pc:sldMkLst>
      </pc:sldChg>
      <pc:sldChg chg="modSp mod">
        <pc:chgData name="Kristine Mangelschots" userId="f3152f8f-1017-4733-9e76-33dd9c43a1dc" providerId="ADAL" clId="{05A49D9E-96FD-417D-9E2F-1CB52DAA9A90}" dt="2022-08-24T08:16:52.264" v="30" actId="20577"/>
        <pc:sldMkLst>
          <pc:docMk/>
          <pc:sldMk cId="1413218804" sldId="272"/>
        </pc:sldMkLst>
      </pc:sldChg>
      <pc:sldChg chg="modSp mod">
        <pc:chgData name="Kristine Mangelschots" userId="f3152f8f-1017-4733-9e76-33dd9c43a1dc" providerId="ADAL" clId="{05A49D9E-96FD-417D-9E2F-1CB52DAA9A90}" dt="2022-08-24T08:15:47.970" v="26" actId="14100"/>
        <pc:sldMkLst>
          <pc:docMk/>
          <pc:sldMk cId="4292923881" sldId="273"/>
        </pc:sldMkLst>
      </pc:sldChg>
      <pc:sldChg chg="modSp mod">
        <pc:chgData name="Kristine Mangelschots" userId="f3152f8f-1017-4733-9e76-33dd9c43a1dc" providerId="ADAL" clId="{05A49D9E-96FD-417D-9E2F-1CB52DAA9A90}" dt="2022-08-24T08:15:34.902" v="25" actId="20577"/>
        <pc:sldMkLst>
          <pc:docMk/>
          <pc:sldMk cId="1829888262" sldId="275"/>
        </pc:sldMkLst>
      </pc:sldChg>
      <pc:sldChg chg="modSp mod">
        <pc:chgData name="Kristine Mangelschots" userId="f3152f8f-1017-4733-9e76-33dd9c43a1dc" providerId="ADAL" clId="{05A49D9E-96FD-417D-9E2F-1CB52DAA9A90}" dt="2022-08-24T08:13:43.070" v="15" actId="20577"/>
        <pc:sldMkLst>
          <pc:docMk/>
          <pc:sldMk cId="1047346810" sldId="277"/>
        </pc:sldMkLst>
      </pc:sldChg>
      <pc:sldChg chg="modSp mod">
        <pc:chgData name="Kristine Mangelschots" userId="f3152f8f-1017-4733-9e76-33dd9c43a1dc" providerId="ADAL" clId="{05A49D9E-96FD-417D-9E2F-1CB52DAA9A90}" dt="2022-08-24T08:14:04.616" v="16" actId="20577"/>
        <pc:sldMkLst>
          <pc:docMk/>
          <pc:sldMk cId="4061739640" sldId="278"/>
        </pc:sldMkLst>
      </pc:sldChg>
    </pc:docChg>
  </pc:docChgLst>
  <pc:docChgLst>
    <pc:chgData name="Ellen Torfs" userId="c6aa1e10-4a12-4511-8c7c-135720d4f277" providerId="ADAL" clId="{F82FCC81-A444-4B01-A1D8-4A3C9F17EF5E}"/>
    <pc:docChg chg="modSld">
      <pc:chgData name="Ellen Torfs" userId="c6aa1e10-4a12-4511-8c7c-135720d4f277" providerId="ADAL" clId="{F82FCC81-A444-4B01-A1D8-4A3C9F17EF5E}" dt="2018-09-19T06:48:35.840" v="0" actId="6549"/>
      <pc:docMkLst>
        <pc:docMk/>
      </pc:docMkLst>
      <pc:sldChg chg="modSp">
        <pc:chgData name="Ellen Torfs" userId="c6aa1e10-4a12-4511-8c7c-135720d4f277" providerId="ADAL" clId="{F82FCC81-A444-4B01-A1D8-4A3C9F17EF5E}" dt="2018-09-19T06:48:35.840" v="0" actId="6549"/>
        <pc:sldMkLst>
          <pc:docMk/>
          <pc:sldMk cId="2006118848" sldId="262"/>
        </pc:sldMkLst>
      </pc:sldChg>
    </pc:docChg>
  </pc:docChgLst>
  <pc:docChgLst>
    <pc:chgData name="Jochen Mariën" userId="a4f8d9ed-3895-4365-b2d5-9432cb8a20d4" providerId="ADAL" clId="{469C3D16-A691-4441-8154-A30B959950D5}"/>
    <pc:docChg chg="custSel addSld modSld">
      <pc:chgData name="Jochen Mariën" userId="a4f8d9ed-3895-4365-b2d5-9432cb8a20d4" providerId="ADAL" clId="{469C3D16-A691-4441-8154-A30B959950D5}" dt="2023-12-04T10:23:40.617" v="735" actId="20577"/>
      <pc:docMkLst>
        <pc:docMk/>
      </pc:docMkLst>
      <pc:sldChg chg="addSp modSp new mod modNotesTx">
        <pc:chgData name="Jochen Mariën" userId="a4f8d9ed-3895-4365-b2d5-9432cb8a20d4" providerId="ADAL" clId="{469C3D16-A691-4441-8154-A30B959950D5}" dt="2023-12-04T10:23:40.617" v="735" actId="20577"/>
        <pc:sldMkLst>
          <pc:docMk/>
          <pc:sldMk cId="2596842034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30/09/2025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30/09/2025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30/09/2025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30/09/2025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30/09/2025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30/09/2025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30/09/2025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30/09/2025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30/09/2025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30/09/2025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30/09/2025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30/09/2025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30/09/2025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30/09/2025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architecture/microservices/container-docker-introduction/docker-define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jupyter.org/instal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streamlit.io/playground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BE" dirty="0" err="1"/>
              <a:t>Chapter</a:t>
            </a:r>
            <a:r>
              <a:rPr lang="nl-BE" dirty="0"/>
              <a:t> 3 – </a:t>
            </a:r>
            <a:r>
              <a:rPr lang="nl-BE" dirty="0" err="1"/>
              <a:t>Working</a:t>
            </a:r>
            <a:r>
              <a:rPr lang="nl-BE" dirty="0"/>
              <a:t> environment </a:t>
            </a:r>
            <a:r>
              <a:rPr lang="nl-BE" dirty="0" err="1"/>
              <a:t>overview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0197E-419C-D75A-5C1B-6691DB9FF0FF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4EB2-AE27-502A-E3BE-09515A1C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AI?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0B998-06C1-5C7F-3C2A-8919F128B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We’ll be using Python for 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Why?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D4A34-3DFE-20E5-B822-C0808D35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2805AF-45CC-611F-7F48-3D9D401F3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87" y="2980474"/>
            <a:ext cx="10431331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8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740C-2D7B-66B3-E375-A44178A9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AI?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3A2F2-A5F1-9E90-FF51-6F23AA009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 do AI, you need libraries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These all exist for Python, and are well maintained, mostly open source and extensively documented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Also, everyone is using Python these days, so why shouldn’t we?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But there are a number of ways in which to use Python: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Anaconda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Anaconda in Docker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Plain Python and pip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Virtual Environments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The cloud (aka </a:t>
            </a:r>
            <a:r>
              <a:rPr lang="en-US" dirty="0" err="1"/>
              <a:t>Colab</a:t>
            </a:r>
            <a:r>
              <a:rPr lang="en-US" dirty="0"/>
              <a:t>)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88B9E-9507-552A-1CDA-0B383D24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8771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4E0B-DFBA-9375-47C2-AB052557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CBB7-CE7E-C7BE-D593-005587541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following is, at times, quite a confusing slide-deck. That is because it explains many ways of solving the same problem.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goal is to provide an overview of what is possible. You may encounter any of these solutions in the wild. They all have their benefits.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 the end there will be another file explaining what you actually need to install.</a:t>
            </a:r>
            <a:endParaRPr lang="en-BE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505DB-3CBE-12E5-ACF3-F63646A2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780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8A946-A301-6EE3-DC67-0A66E7AA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459A6-AA80-A54A-C19B-976BAF514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513295" cy="46260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Notebooks mix code and markdown-style text. This isn’t just good when creating course-material, it’s also very nice when doing AI for yourself (because you can easily document all your attempts).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run these in </a:t>
            </a:r>
            <a:r>
              <a:rPr lang="en-US" dirty="0" err="1"/>
              <a:t>VSCode</a:t>
            </a:r>
            <a:r>
              <a:rPr lang="en-US" dirty="0"/>
              <a:t>, or in PyCharm, run them from a virtual environment or from Anaconda, …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B4099-753E-B3D5-A108-5C96BC2B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  <p:pic>
        <p:nvPicPr>
          <p:cNvPr id="5" name="Picture 4" descr="Graphical user interface, text, application, email">
            <a:extLst>
              <a:ext uri="{FF2B5EF4-FFF2-40B4-BE49-F238E27FC236}">
                <a16:creationId xmlns:a16="http://schemas.microsoft.com/office/drawing/2014/main" id="{5AEAED3A-CAD2-7F10-A0E7-BED3510D1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314" y="0"/>
            <a:ext cx="6025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3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70B7-D58E-BED1-F355-D272FE21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Anaconda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A0BDB-DFC8-19B9-C736-C43BA0179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Anaconda is actually a package manager for Python, helping you to [un]install libraries and update them. But Anaconda is also a </a:t>
            </a:r>
            <a:r>
              <a:rPr lang="en-US" dirty="0" err="1"/>
              <a:t>gui</a:t>
            </a:r>
            <a:r>
              <a:rPr lang="en-US" dirty="0"/>
              <a:t>-program that you can install. In these slides, we'll usually refer to the Gui when we say "Anaconda".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Anaconda (the </a:t>
            </a:r>
            <a:r>
              <a:rPr lang="en-US" dirty="0" err="1"/>
              <a:t>gui</a:t>
            </a:r>
            <a:r>
              <a:rPr lang="en-US" dirty="0"/>
              <a:t>) used to be the industry default for Data science. Everyone used it, so it must be good. Installation was(/is) pretty straightforward too...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Positives</a:t>
            </a:r>
          </a:p>
          <a:p>
            <a:r>
              <a:rPr lang="en-US" dirty="0"/>
              <a:t>Easy to install</a:t>
            </a:r>
          </a:p>
          <a:p>
            <a:r>
              <a:rPr lang="en-US" dirty="0"/>
              <a:t>Has all the good libraries installed by default</a:t>
            </a:r>
          </a:p>
          <a:p>
            <a:r>
              <a:rPr lang="en-US" dirty="0"/>
              <a:t>Packages are verified (not the case when using PIP)</a:t>
            </a:r>
          </a:p>
          <a:p>
            <a:pPr marL="0" indent="0">
              <a:buNone/>
            </a:pPr>
            <a:r>
              <a:rPr lang="en-US" dirty="0"/>
              <a:t>Negatives</a:t>
            </a:r>
          </a:p>
          <a:p>
            <a:r>
              <a:rPr lang="en-US" dirty="0"/>
              <a:t>Takes over your Python-installation, forcing you to always use anaconda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308C8-3410-89C8-6A9F-1B8D6EE7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631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0E56-35C0-58C2-5D44-8CCCFD60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Anaconda in the past tense?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19B9-B045-3389-B408-7FAADC990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Anaconda pre-installed a lot of the libraries (pandas,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Jupyter</a:t>
            </a:r>
            <a:r>
              <a:rPr lang="en-US" dirty="0"/>
              <a:t>), which is easy for beginners</a:t>
            </a:r>
          </a:p>
          <a:p>
            <a:r>
              <a:rPr lang="en-US" dirty="0"/>
              <a:t>It also provided an easy way to get </a:t>
            </a:r>
            <a:r>
              <a:rPr lang="en-US" dirty="0" err="1"/>
              <a:t>Jupyter</a:t>
            </a:r>
            <a:r>
              <a:rPr lang="en-US" dirty="0"/>
              <a:t> notebooks running before </a:t>
            </a:r>
            <a:r>
              <a:rPr lang="en-US" dirty="0" err="1"/>
              <a:t>VSCode</a:t>
            </a:r>
            <a:r>
              <a:rPr lang="en-US" dirty="0"/>
              <a:t> existed</a:t>
            </a:r>
          </a:p>
          <a:p>
            <a:r>
              <a:rPr lang="en-US" dirty="0"/>
              <a:t>But it didn’t use the default virtual environments and in stead used </a:t>
            </a:r>
            <a:r>
              <a:rPr lang="en-US" dirty="0" err="1"/>
              <a:t>conda</a:t>
            </a:r>
            <a:r>
              <a:rPr lang="en-US" dirty="0"/>
              <a:t>, which also worked but it was a new tool to learn</a:t>
            </a:r>
          </a:p>
          <a:p>
            <a:r>
              <a:rPr lang="en-US" dirty="0"/>
              <a:t>It’s still used in some organizations (research) but a less than before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1F636-477A-DF49-26E9-B76432D3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2023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49DE-F2B4-CC64-5538-C847E065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188BB-0821-0382-983B-25131907E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VSCode</a:t>
            </a:r>
            <a:r>
              <a:rPr lang="en-US" dirty="0"/>
              <a:t> is an IDE Microsoft made a couple of years ago. The idea was to create an open-source IDE that could be used for any programming language on any system.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they succeeded. 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F3618-4AC0-0C06-76CA-9D364040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pic>
        <p:nvPicPr>
          <p:cNvPr id="6" name="Picture 5" descr="A blue logo with a cross&#10;&#10;AI-generated content may be incorrect.">
            <a:extLst>
              <a:ext uri="{FF2B5EF4-FFF2-40B4-BE49-F238E27FC236}">
                <a16:creationId xmlns:a16="http://schemas.microsoft.com/office/drawing/2014/main" id="{118269E4-B5F2-E18A-4B52-5EFF4D2AB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719" y="3172777"/>
            <a:ext cx="3366135" cy="336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8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51BF-A495-BF6C-646D-2CB4ABF8B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docker?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02A7C-F367-2900-CA69-8DED53BF0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This is.</a:t>
            </a:r>
            <a:r>
              <a:rPr lang="en-US" dirty="0"/>
              <a:t>	</a:t>
            </a:r>
            <a:r>
              <a:rPr lang="en-US" sz="2800" dirty="0"/>
              <a:t>(There are non-MS-explanations, but this one nicely covers the basics.)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What is Docker?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Docker is an open-source project for automating the deployment of applications as</a:t>
            </a:r>
          </a:p>
          <a:p>
            <a:pPr marL="0" indent="0">
              <a:buNone/>
            </a:pPr>
            <a:r>
              <a:rPr lang="en-US" sz="2800" dirty="0"/>
              <a:t>portable, self-sufficient containers that can run on the cloud or on-premises. Docker is</a:t>
            </a:r>
          </a:p>
          <a:p>
            <a:pPr marL="0" indent="0">
              <a:buNone/>
            </a:pPr>
            <a:r>
              <a:rPr lang="en-US" sz="2800" dirty="0"/>
              <a:t>also a company that promotes and evolves this technology, working in collaboration</a:t>
            </a:r>
          </a:p>
          <a:p>
            <a:pPr marL="0" indent="0">
              <a:buNone/>
            </a:pPr>
            <a:r>
              <a:rPr lang="en-US" sz="2800" dirty="0"/>
              <a:t>with cloud, Linux, and Windows vendors.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Why use docker?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Because there's a ready-made Anaconda container that simply works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205B4-7C0B-6A10-2DDE-403A0671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8612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F72D-3293-C807-80E9-F9D02B64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Plusminus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B3DF2-EE98-533F-3DB1-711534B43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Positives</a:t>
            </a:r>
          </a:p>
          <a:p>
            <a:endParaRPr lang="en-US" dirty="0"/>
          </a:p>
          <a:p>
            <a:r>
              <a:rPr lang="en-US" dirty="0"/>
              <a:t>Very easy to install</a:t>
            </a:r>
          </a:p>
          <a:p>
            <a:r>
              <a:rPr lang="en-US" dirty="0"/>
              <a:t>Doesn't take over your local Python-installation</a:t>
            </a:r>
          </a:p>
          <a:p>
            <a:r>
              <a:rPr lang="en-US" dirty="0"/>
              <a:t>Also has all the good libraries installed by default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Negatives</a:t>
            </a:r>
          </a:p>
          <a:p>
            <a:endParaRPr lang="en-US" dirty="0"/>
          </a:p>
          <a:p>
            <a:r>
              <a:rPr lang="en-US" dirty="0"/>
              <a:t>Requires an extra layer on your system</a:t>
            </a:r>
          </a:p>
          <a:p>
            <a:r>
              <a:rPr lang="en-US" dirty="0"/>
              <a:t>But only on Windows, in Linux, it's really fluent</a:t>
            </a:r>
          </a:p>
          <a:p>
            <a:r>
              <a:rPr lang="en-US" dirty="0"/>
              <a:t>A bit more work to install additional libraries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C5F6D-FBE0-9AAA-2072-16962680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7452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8996-3296-1C69-4D77-B1E40E33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Anaconda in docker on a server (-cluster)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6ED02-0880-72B4-B949-8E7C0EE2A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Positives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Doesn't use any processing power on your laptop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Everyone uses the same dev-environment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Really easy to deploy to racks with a lot of computing power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Negatives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You need server infrastructure (and a </a:t>
            </a:r>
            <a:r>
              <a:rPr lang="en-US" dirty="0" err="1"/>
              <a:t>devops</a:t>
            </a:r>
            <a:r>
              <a:rPr lang="en-US" dirty="0"/>
              <a:t> engineer) for that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D0BC9-3448-653F-08F9-2D4B706A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3640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1A6E-27EC-E7B7-F8F2-0C836056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4713-395A-73F3-AF7E-ED6172885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Install Linux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Install Docker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you run docker in windows it automatically installs the Windows Subsystem for Linux (WSL) and installs docker in there. It works nicely.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Anyway, after installing docker: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Run docker pull </a:t>
            </a:r>
            <a:r>
              <a:rPr lang="en-US" dirty="0" err="1"/>
              <a:t>jupyter</a:t>
            </a:r>
            <a:r>
              <a:rPr lang="en-US" dirty="0"/>
              <a:t>/</a:t>
            </a:r>
            <a:r>
              <a:rPr lang="en-US" dirty="0" err="1"/>
              <a:t>datascience</a:t>
            </a:r>
            <a:r>
              <a:rPr lang="en-US" dirty="0"/>
              <a:t>-notebook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Run docker run -it --rm -p 8888:8888 </a:t>
            </a:r>
            <a:r>
              <a:rPr lang="en-US" dirty="0" err="1"/>
              <a:t>jupyter</a:t>
            </a:r>
            <a:r>
              <a:rPr lang="en-US" dirty="0"/>
              <a:t>/</a:t>
            </a:r>
            <a:r>
              <a:rPr lang="en-US" dirty="0" err="1"/>
              <a:t>datascience</a:t>
            </a:r>
            <a:r>
              <a:rPr lang="en-US" dirty="0"/>
              <a:t>-notebook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AE2CB-BF15-B12F-048F-027611F1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02371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0D7AD-6158-34C5-9A08-CC926042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everything separately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CD919-77F4-F31E-4515-AD44BE750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you download and install Python</a:t>
            </a:r>
          </a:p>
          <a:p>
            <a:r>
              <a:rPr lang="en-US" dirty="0"/>
              <a:t>Next, you install </a:t>
            </a:r>
            <a:r>
              <a:rPr lang="en-US" dirty="0" err="1"/>
              <a:t>VSCode</a:t>
            </a:r>
            <a:endParaRPr lang="en-US" dirty="0"/>
          </a:p>
          <a:p>
            <a:r>
              <a:rPr lang="en-US" dirty="0"/>
              <a:t>Open a folder in </a:t>
            </a:r>
            <a:r>
              <a:rPr lang="en-US" dirty="0" err="1"/>
              <a:t>VSCode</a:t>
            </a:r>
            <a:r>
              <a:rPr lang="en-US" dirty="0"/>
              <a:t> and  create a virtual environment</a:t>
            </a:r>
          </a:p>
          <a:p>
            <a:r>
              <a:rPr lang="en-US" dirty="0"/>
              <a:t>Now start using a </a:t>
            </a:r>
            <a:r>
              <a:rPr lang="en-US" dirty="0" err="1"/>
              <a:t>Jupyter</a:t>
            </a:r>
            <a:r>
              <a:rPr lang="en-US" dirty="0"/>
              <a:t> notebook and install all libraries you need using</a:t>
            </a:r>
            <a:br>
              <a:rPr lang="en-US" dirty="0"/>
            </a:br>
            <a:r>
              <a:rPr lang="en-US" dirty="0"/>
              <a:t>! or 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F38D3-C9BD-DE73-4489-285AEA55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293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3B63-9DD8-9B0B-9DC0-844B96D8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02F9C-6AAA-5D15-33A7-8A48AC0AD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Positives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Very rigorous control over what get's installed and what not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your favorite IDE to do 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Lightweight setup, easily reproducible to </a:t>
            </a:r>
            <a:r>
              <a:rPr lang="en-US" dirty="0" err="1"/>
              <a:t>github</a:t>
            </a:r>
            <a:r>
              <a:rPr lang="en-US" dirty="0"/>
              <a:t> or a 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Negatives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(A bit) more work to get everything installed and cooperating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68813-0ADC-F9A6-76D6-5B170187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17078-44BF-AD1E-5A91-AEC3E405C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710" y="4470137"/>
            <a:ext cx="2848373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539F-8ADF-29E5-D3C5-3DFAB965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</a:t>
            </a:r>
            <a:r>
              <a:rPr lang="en-US" dirty="0" err="1"/>
              <a:t>Jupyter</a:t>
            </a:r>
            <a:r>
              <a:rPr lang="en-US" dirty="0"/>
              <a:t>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738E-FC52-59C8-E9DB-EB8481FE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create a notebook in </a:t>
            </a:r>
            <a:r>
              <a:rPr lang="en-US" dirty="0" err="1"/>
              <a:t>VSCode</a:t>
            </a:r>
            <a:r>
              <a:rPr lang="en-US" dirty="0"/>
              <a:t>, but you can also work on a notebook in a browser.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install </a:t>
            </a:r>
            <a:r>
              <a:rPr lang="en-US" dirty="0" err="1"/>
              <a:t>Jupyter</a:t>
            </a:r>
            <a:r>
              <a:rPr lang="en-US" dirty="0"/>
              <a:t> as a library in Python (using pip) and run it. It </a:t>
            </a:r>
            <a:r>
              <a:rPr lang="en-US" dirty="0" err="1"/>
              <a:t>wil</a:t>
            </a:r>
            <a:r>
              <a:rPr lang="en-US" dirty="0"/>
              <a:t> automatically open a browser…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https://jupyter.org/install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77C3D-540C-7974-C32C-EF0EB96A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pic>
        <p:nvPicPr>
          <p:cNvPr id="6" name="Picture 5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136A72E4-A8C3-5188-869F-FE3FAA783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468" y="3635732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30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4265-6305-876A-ED3F-991CE0D2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 virtual environment?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7D685-AB4F-FE0F-33DC-DA72AFB9C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problem: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wrote some code half a year ago, updated Anaconda (or your libraries) and now the code doesn't work anymore because the libraries have become better (which is good), but they also changed some function-calls.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solution: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create a virtual environment with this Python and that library and store your project inside of that environment. When the project is done, you save the entire environment in a folder that you can reuse later on, with all the libraries in the versions you need.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0CEC2-9328-2AAB-E364-47257B2A5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1030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AE9DF-41EF-B274-8C74-81D47793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58A4-2E09-4348-00C9-6E10AF7C7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3314700"/>
            <a:ext cx="11291048" cy="2862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first worked in Python 2 but doesn't in Python 3. Code you wrote many years ago without brackets won't work anymore.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you want that code to work, even though it's built on older technology and relies on libraries that have been proven to be inefficient or unsafe.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8FE5-7BBB-DA39-575C-94BAC3C87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D2443-179C-EC61-8CAE-9520EF9F0E19}"/>
              </a:ext>
            </a:extLst>
          </p:cNvPr>
          <p:cNvSpPr txBox="1"/>
          <p:nvPr/>
        </p:nvSpPr>
        <p:spPr>
          <a:xfrm>
            <a:off x="576014" y="1820100"/>
            <a:ext cx="4413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Courier New" panose="02070309020205020404" pitchFamily="49" charset="0"/>
              </a:rPr>
              <a:t>print "hello world"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15C612-A7A5-C2D7-E4F8-2BA1B791CABC}"/>
              </a:ext>
            </a:extLst>
          </p:cNvPr>
          <p:cNvSpPr txBox="1"/>
          <p:nvPr/>
        </p:nvSpPr>
        <p:spPr>
          <a:xfrm>
            <a:off x="6631620" y="1816748"/>
            <a:ext cx="4529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Courier New" panose="02070309020205020404" pitchFamily="49" charset="0"/>
              </a:rPr>
              <a:t>print("hello world")</a:t>
            </a:r>
            <a:endParaRPr lang="en-US" sz="2800" dirty="0"/>
          </a:p>
        </p:txBody>
      </p:sp>
      <p:pic>
        <p:nvPicPr>
          <p:cNvPr id="7" name="Picture 6" descr="Shape, arrow&#10;&#10;Description automatically generated">
            <a:extLst>
              <a:ext uri="{FF2B5EF4-FFF2-40B4-BE49-F238E27FC236}">
                <a16:creationId xmlns:a16="http://schemas.microsoft.com/office/drawing/2014/main" id="{B01E14BA-AF42-21B7-6612-EB6C353F3B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6" t="23534" r="23103" b="28479"/>
          <a:stretch/>
        </p:blipFill>
        <p:spPr>
          <a:xfrm>
            <a:off x="5268129" y="1647138"/>
            <a:ext cx="1084611" cy="8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33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DF4F-1D46-90A1-8603-358CE452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Unsafe?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B2DBF-48C4-622B-9093-9CE62F98B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Yes, using older, not-updated libraries can be unsafe.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Yet we're not writing a new banking-App, but extracting data from files and reforming it, so working-but-not-so-safe-code is better than not-working-code.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you're aware of the fact that you are using an old version, so every time you start a new project, you create a new environment with updated libraries and work in that environment.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E09BE-9012-E06C-A949-87759BFE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905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90D4-7C2B-D6EE-F35B-39B0E9D1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virtual environments in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47264-9B9C-8CEF-528F-EE9D8D366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Using virtual environments in Python is a great way of keeping a project “in working condition” and also of not installing all libraries in the basic Python-interpreter.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Create a new folder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dirty="0" err="1"/>
              <a:t>VSCode</a:t>
            </a:r>
            <a:r>
              <a:rPr lang="en-US" dirty="0"/>
              <a:t> in that folder (File – open folder)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terminal, type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/Scripts/activate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The prompt changes to “(</a:t>
            </a:r>
            <a:r>
              <a:rPr lang="en-US" dirty="0" err="1">
                <a:cs typeface="Courier New" panose="02070309020205020404" pitchFamily="49" charset="0"/>
              </a:rPr>
              <a:t>foldername</a:t>
            </a:r>
            <a:r>
              <a:rPr lang="en-US" dirty="0">
                <a:cs typeface="Courier New" panose="02070309020205020404" pitchFamily="49" charset="0"/>
              </a:rPr>
              <a:t>) c:\...”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+mn-lt"/>
              <a:cs typeface="Courier New" panose="02070309020205020404" pitchFamily="49" charset="0"/>
            </a:endParaRP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30523-E1F4-8800-2A38-280644E0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7017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11B5-3649-BC89-12AE-6CB0A918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</a:t>
            </a:r>
            <a:r>
              <a:rPr lang="en-US" dirty="0" err="1"/>
              <a:t>venv</a:t>
            </a:r>
            <a:r>
              <a:rPr lang="en-US" dirty="0"/>
              <a:t> in docker?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574F4-304F-557D-4A7F-91CC67E9C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No, when using anaconda (or </a:t>
            </a:r>
            <a:r>
              <a:rPr lang="en-US" dirty="0" err="1"/>
              <a:t>Jupyter</a:t>
            </a:r>
            <a:r>
              <a:rPr lang="en-US" dirty="0"/>
              <a:t>) in docker, we simply use one container per project. The </a:t>
            </a:r>
            <a:r>
              <a:rPr lang="en-US" dirty="0" err="1"/>
              <a:t>Dockerfile</a:t>
            </a:r>
            <a:r>
              <a:rPr lang="en-US" dirty="0"/>
              <a:t> will take care of installing the requirements. When it needs training move it over to the Kubernetes-cluster with massive GPU, when no longer working on it, store in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Github</a:t>
            </a:r>
            <a:r>
              <a:rPr lang="en-US" dirty="0"/>
              <a:t>, by the way: setup a continuous integration-pipeline (the CI in CI/CD) to use the same environment with dozens of developers. Works great…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BBCF4-7B36-20D1-1BF9-B123A6B0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176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626D-C77F-0721-4692-F7AD5E8E0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 virtual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F16FE-2419-9B89-A508-C1962D844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uploading a project to </a:t>
            </a:r>
            <a:r>
              <a:rPr lang="en-US" dirty="0" err="1"/>
              <a:t>github</a:t>
            </a:r>
            <a:r>
              <a:rPr lang="en-US" dirty="0"/>
              <a:t>, you never upload the </a:t>
            </a:r>
            <a:r>
              <a:rPr lang="en-US" dirty="0" err="1"/>
              <a:t>venv</a:t>
            </a:r>
            <a:r>
              <a:rPr lang="en-US" dirty="0"/>
              <a:t>-folder</a:t>
            </a:r>
          </a:p>
          <a:p>
            <a:pPr lvl="1"/>
            <a:r>
              <a:rPr lang="en-US" dirty="0"/>
              <a:t>It contains way too many files that are downloaded from the internet</a:t>
            </a:r>
          </a:p>
          <a:p>
            <a:r>
              <a:rPr lang="en-US" dirty="0"/>
              <a:t>In stead, you export the contents of “pip freeze” to a file (“requirements.txt”)</a:t>
            </a:r>
          </a:p>
          <a:p>
            <a:pPr lvl="1"/>
            <a:r>
              <a:rPr lang="en-US" dirty="0"/>
              <a:t>Pip freeze &gt; requirements.txt</a:t>
            </a:r>
          </a:p>
          <a:p>
            <a:r>
              <a:rPr lang="en-US" dirty="0"/>
              <a:t>Then you push it to </a:t>
            </a:r>
            <a:r>
              <a:rPr lang="en-US" dirty="0" err="1"/>
              <a:t>github</a:t>
            </a:r>
            <a:r>
              <a:rPr lang="en-US" dirty="0"/>
              <a:t> and when you clone it, install the libraries in the file</a:t>
            </a:r>
          </a:p>
          <a:p>
            <a:pPr lvl="1"/>
            <a:r>
              <a:rPr lang="en-US" dirty="0"/>
              <a:t>Pip install –r requirements.txt</a:t>
            </a:r>
          </a:p>
          <a:p>
            <a:r>
              <a:rPr lang="en-US" dirty="0"/>
              <a:t>Beware: freezing is a picture taken at a certain time, it doesn’t follow installation of new libraries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6BE8C-130D-970A-04BB-F1C27C8B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5313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C671-6304-79AD-43B2-7FE234FD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colab.research.google.com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CEB5B-DC44-A1DB-F633-8BF398B8D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Google hosts a cluster of computers (a rather large one) and you can use some of that compute to run Python-code. It’s a zero-setup way of doing data science or AI.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integrates with your google drive, which makes it easy to upload and download existing files. You can also share files this way, or even use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7D37D-8069-1853-EED7-08CF62B0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71727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B449-1A10-0B84-F905-2FAFC197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2649-B754-01CC-AD5B-53D1CCA33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Plain Python, use pip for libraries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Install Anaconda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Install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Run </a:t>
            </a:r>
            <a:r>
              <a:rPr lang="en-US" dirty="0" err="1"/>
              <a:t>Jupyter</a:t>
            </a:r>
            <a:r>
              <a:rPr lang="en-US" dirty="0"/>
              <a:t> in a </a:t>
            </a:r>
            <a:r>
              <a:rPr lang="en-US" dirty="0" err="1"/>
              <a:t>webbrowser</a:t>
            </a:r>
            <a:r>
              <a:rPr lang="en-US" dirty="0"/>
              <a:t> (Anaconda or </a:t>
            </a:r>
            <a:r>
              <a:rPr lang="en-US" dirty="0" err="1"/>
              <a:t>Jupyter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Or use </a:t>
            </a:r>
            <a:r>
              <a:rPr lang="en-US" dirty="0" err="1"/>
              <a:t>VSCode</a:t>
            </a:r>
            <a:r>
              <a:rPr lang="en-US" dirty="0"/>
              <a:t> (plain Python or Anaconda)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Always use virtual environments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Consider using </a:t>
            </a:r>
            <a:r>
              <a:rPr lang="en-US" dirty="0" err="1"/>
              <a:t>Github</a:t>
            </a:r>
            <a:endParaRPr lang="en-US" dirty="0"/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When working with more than one developer: always use </a:t>
            </a:r>
            <a:r>
              <a:rPr lang="en-US" dirty="0" err="1"/>
              <a:t>Github</a:t>
            </a:r>
            <a:r>
              <a:rPr lang="en-US" dirty="0"/>
              <a:t> (or </a:t>
            </a:r>
            <a:r>
              <a:rPr lang="en-US" dirty="0" err="1"/>
              <a:t>gitlab</a:t>
            </a:r>
            <a:r>
              <a:rPr lang="en-US" dirty="0"/>
              <a:t>)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A8FB1-5352-1336-5D54-6FA5A649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37333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6672E5-67CC-D546-E5C2-CC8D474E6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9210"/>
            <a:ext cx="1264277" cy="1748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A429DF-2EB9-D15D-5070-1461B432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maybe?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B42D-E5A0-8D44-5EDE-ACB205151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5"/>
            <a:ext cx="10771094" cy="43812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Shouldn’t we be looking into Julia, since it’s newer</a:t>
            </a:r>
          </a:p>
          <a:p>
            <a:pPr lvl="1"/>
            <a:r>
              <a:rPr lang="en-US" dirty="0"/>
              <a:t>And therefore, by definition, cooler</a:t>
            </a:r>
          </a:p>
          <a:p>
            <a:r>
              <a:rPr lang="en-US" dirty="0"/>
              <a:t>When switching to Julia </a:t>
            </a:r>
            <a:r>
              <a:rPr lang="en-US" b="1" dirty="0"/>
              <a:t>might</a:t>
            </a:r>
            <a:r>
              <a:rPr lang="en-US" dirty="0"/>
              <a:t> be a good idea:</a:t>
            </a:r>
          </a:p>
          <a:p>
            <a:pPr lvl="1"/>
            <a:r>
              <a:rPr lang="en-US" dirty="0"/>
              <a:t>Performance is a bottleneck: Julia’s just-in-time (JIT) compilation can significantly outperform Python in computationally heavy tasks</a:t>
            </a:r>
          </a:p>
          <a:p>
            <a:pPr lvl="1"/>
            <a:r>
              <a:rPr lang="en-US" dirty="0"/>
              <a:t>You're doing a lot of numerical computing or scientific ML: Julia was designed for numerical work and is strong in scientific computing, differential equations, and modeling</a:t>
            </a:r>
          </a:p>
          <a:p>
            <a:pPr lvl="1"/>
            <a:r>
              <a:rPr lang="en-US" dirty="0"/>
              <a:t>You want a cleaner “one-language” workflow: Unlike Python (which mixes with C/C++/Fortran under the hood for speed), Julia lets you write high-performance code directly without leaving the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46993-9035-780B-A7BE-0482B28D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03FB5D-EF13-4845-26BA-63702BB1D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0"/>
            <a:ext cx="1584960" cy="331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76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818F-3913-8A48-27D5-E0EDFA45F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70DF1B-26EC-20F2-D1F7-C894A3931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1665654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0A2340-3F87-021B-2094-55157807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maybe?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936EC-0DD6-1E7D-EADF-CDF839EB9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5"/>
            <a:ext cx="10771094" cy="4381276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Shouldn’t we be looking into Julia, since it’s newer</a:t>
            </a:r>
          </a:p>
          <a:p>
            <a:pPr lvl="1"/>
            <a:r>
              <a:rPr lang="en-US" i="1" dirty="0"/>
              <a:t>And therefore, by definition, cooler</a:t>
            </a:r>
          </a:p>
          <a:p>
            <a:r>
              <a:rPr lang="en-US" dirty="0"/>
              <a:t>When not to switch:</a:t>
            </a:r>
          </a:p>
          <a:p>
            <a:pPr lvl="1"/>
            <a:r>
              <a:rPr lang="en-US" dirty="0"/>
              <a:t>You're already productive in Python: Python has mature ML libraries (e.g., scikit-learn, </a:t>
            </a:r>
            <a:r>
              <a:rPr lang="en-US" dirty="0" err="1"/>
              <a:t>PyTorch</a:t>
            </a:r>
            <a:r>
              <a:rPr lang="en-US" dirty="0"/>
              <a:t>, TensorFlow, </a:t>
            </a:r>
            <a:r>
              <a:rPr lang="en-US" dirty="0" err="1"/>
              <a:t>XGBoost</a:t>
            </a:r>
            <a:r>
              <a:rPr lang="en-US" dirty="0"/>
              <a:t>) and a huge community. Switching means losing access to some of that maturity, unless you can interop with Python via </a:t>
            </a:r>
            <a:r>
              <a:rPr lang="en-US" dirty="0" err="1"/>
              <a:t>PyCall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use a lot of prebuilt ML tools: Julia's ML ecosystem (e.g., </a:t>
            </a:r>
            <a:r>
              <a:rPr lang="en-US" dirty="0" err="1"/>
              <a:t>Flux.jl</a:t>
            </a:r>
            <a:r>
              <a:rPr lang="en-US" dirty="0"/>
              <a:t>, </a:t>
            </a:r>
            <a:r>
              <a:rPr lang="en-US" dirty="0" err="1"/>
              <a:t>MLJ.jl</a:t>
            </a:r>
            <a:r>
              <a:rPr lang="en-US" dirty="0"/>
              <a:t>) is growing but still behind Python in terms of documentation, tutorials, and robustness.</a:t>
            </a:r>
          </a:p>
          <a:p>
            <a:pPr lvl="1"/>
            <a:r>
              <a:rPr lang="en-US" dirty="0"/>
              <a:t>You collaborate with others: Python is the standard in most research and industry ML workflows. Introducing Julia may cause friction unless your team is on board.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8D162-31F3-C1D6-6343-BDF77216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78AA5-16C2-A1BE-CFB6-943A4B1AF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0"/>
            <a:ext cx="1584960" cy="331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34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11EE-6FE3-FD93-7E2E-4F9A19DC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Addendum: </a:t>
            </a:r>
            <a:r>
              <a:rPr lang="en-US" dirty="0" err="1"/>
              <a:t>Streamlit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F1101-8D34-F343-8DEE-E23A15AE4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513295" cy="4626069"/>
          </a:xfrm>
        </p:spPr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is great for a data scientist who knows how to run data, but it doesn’t present very well</a:t>
            </a:r>
          </a:p>
          <a:p>
            <a:r>
              <a:rPr lang="en-US" dirty="0"/>
              <a:t>It’s also not ideal for interaction: to change the input you have to tinker with variables</a:t>
            </a:r>
          </a:p>
          <a:p>
            <a:r>
              <a:rPr lang="en-US" dirty="0" err="1"/>
              <a:t>Streamlit</a:t>
            </a:r>
            <a:r>
              <a:rPr lang="en-US" dirty="0"/>
              <a:t> fixes this, it creates a webpage based on python code that dynamically generates graphs from the input parameters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F73F7-5F3C-E677-057F-D9F1ACDA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7429A4-9743-7481-B46D-266DF151A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713" y="1633719"/>
            <a:ext cx="5059680" cy="446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02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86EB-332D-BFAB-351D-3A4B9114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506FD-433F-C376-F253-6F972EE7C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Give it a spin:</a:t>
            </a:r>
          </a:p>
          <a:p>
            <a:pPr lvl="1"/>
            <a:r>
              <a:rPr lang="en-US" dirty="0">
                <a:hlinkClick r:id="rId2"/>
              </a:rPr>
              <a:t>https://streamlit.io/playground</a:t>
            </a:r>
            <a:endParaRPr lang="en-US" dirty="0"/>
          </a:p>
          <a:p>
            <a:pPr lvl="1"/>
            <a:r>
              <a:rPr lang="en-US" dirty="0"/>
              <a:t>(Trying it out without even installing Python)</a:t>
            </a:r>
          </a:p>
          <a:p>
            <a:endParaRPr lang="en-US" dirty="0"/>
          </a:p>
          <a:p>
            <a:r>
              <a:rPr lang="en-US" dirty="0"/>
              <a:t>Install using “pip install </a:t>
            </a:r>
            <a:r>
              <a:rPr lang="en-US" dirty="0" err="1"/>
              <a:t>streamlit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In a </a:t>
            </a:r>
            <a:r>
              <a:rPr lang="en-US" dirty="0" err="1"/>
              <a:t>venv</a:t>
            </a:r>
            <a:r>
              <a:rPr lang="en-US" dirty="0"/>
              <a:t>!</a:t>
            </a:r>
          </a:p>
          <a:p>
            <a:r>
              <a:rPr lang="en-US" dirty="0"/>
              <a:t>Run using “</a:t>
            </a:r>
            <a:r>
              <a:rPr lang="en-US" dirty="0" err="1"/>
              <a:t>streamlit</a:t>
            </a:r>
            <a:r>
              <a:rPr lang="en-US" dirty="0"/>
              <a:t> hello”</a:t>
            </a:r>
          </a:p>
          <a:p>
            <a:r>
              <a:rPr lang="en-US" dirty="0"/>
              <a:t>Next, go through the notebook </a:t>
            </a:r>
            <a:r>
              <a:rPr lang="en-US"/>
              <a:t>called “2 </a:t>
            </a:r>
            <a:r>
              <a:rPr lang="en-US" dirty="0"/>
              <a:t>- </a:t>
            </a:r>
            <a:r>
              <a:rPr lang="en-US" dirty="0" err="1"/>
              <a:t>Streamlit</a:t>
            </a:r>
            <a:r>
              <a:rPr lang="en-US" dirty="0"/>
              <a:t> 101.ipynb”</a:t>
            </a:r>
          </a:p>
          <a:p>
            <a:pPr lvl="1"/>
            <a:r>
              <a:rPr lang="en-US" dirty="0"/>
              <a:t>It builds the graphs we’ll be putting in the </a:t>
            </a:r>
            <a:r>
              <a:rPr lang="en-US" dirty="0" err="1"/>
              <a:t>streamlit</a:t>
            </a:r>
            <a:r>
              <a:rPr lang="en-US" dirty="0"/>
              <a:t> app</a:t>
            </a:r>
          </a:p>
          <a:p>
            <a:r>
              <a:rPr lang="en-US" dirty="0"/>
              <a:t>And finally build (and understand, as you’ll have to build the next one yourself)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9D0D-CB7A-0257-8DC5-D28F0C89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9312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ECE2-37ED-2109-F3A2-E57867B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continue?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65E9F-7955-3AD2-0E2E-AA45C196B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 if the setup you used last year in the Data Science course still works.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it doesn’t, use the other PowerPoint (1.4) to install everything again.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it does, add </a:t>
            </a:r>
            <a:r>
              <a:rPr lang="en-US" dirty="0" err="1"/>
              <a:t>github</a:t>
            </a:r>
            <a:r>
              <a:rPr lang="en-US" dirty="0"/>
              <a:t> (for the team project).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7570F-70E1-2374-DD1A-B2CF2E9C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3392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1946</Words>
  <Application>Microsoft Office PowerPoint</Application>
  <PresentationFormat>Widescreen</PresentationFormat>
  <Paragraphs>231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Amasis MT Pro Medium</vt:lpstr>
      <vt:lpstr>Arial</vt:lpstr>
      <vt:lpstr>Calibri</vt:lpstr>
      <vt:lpstr>Cambria</vt:lpstr>
      <vt:lpstr>Courier New</vt:lpstr>
      <vt:lpstr>Kantoorthema</vt:lpstr>
      <vt:lpstr>Chapter 3 – Working environment overview</vt:lpstr>
      <vt:lpstr>How to AI?</vt:lpstr>
      <vt:lpstr>How to AI?</vt:lpstr>
      <vt:lpstr>Disclaimer</vt:lpstr>
      <vt:lpstr>We need notebooks</vt:lpstr>
      <vt:lpstr>What is Anaconda</vt:lpstr>
      <vt:lpstr>Anaconda in the past tense?</vt:lpstr>
      <vt:lpstr>Visual Studio Code</vt:lpstr>
      <vt:lpstr>What is docker?</vt:lpstr>
      <vt:lpstr>Plusminus</vt:lpstr>
      <vt:lpstr>Anaconda in docker on a server (-cluster)</vt:lpstr>
      <vt:lpstr>Installation</vt:lpstr>
      <vt:lpstr>Installing everything separately</vt:lpstr>
      <vt:lpstr>Why?</vt:lpstr>
      <vt:lpstr>And Jupyter?</vt:lpstr>
      <vt:lpstr>Why use a virtual environment?</vt:lpstr>
      <vt:lpstr>Example</vt:lpstr>
      <vt:lpstr>Unsafe?</vt:lpstr>
      <vt:lpstr>Using virtual environments in Python</vt:lpstr>
      <vt:lpstr>Do we need venv in docker?</vt:lpstr>
      <vt:lpstr>Saving a virtual environment</vt:lpstr>
      <vt:lpstr>colab.research.google.com</vt:lpstr>
      <vt:lpstr>Running code</vt:lpstr>
      <vt:lpstr>Or maybe?</vt:lpstr>
      <vt:lpstr>Or maybe?</vt:lpstr>
      <vt:lpstr>Addendum: Streamlit</vt:lpstr>
      <vt:lpstr>Streamlit</vt:lpstr>
      <vt:lpstr>How to continue?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31</cp:revision>
  <dcterms:created xsi:type="dcterms:W3CDTF">2018-02-21T07:41:18Z</dcterms:created>
  <dcterms:modified xsi:type="dcterms:W3CDTF">2025-09-30T11:27:26Z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