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259" r:id="rId4"/>
    <p:sldId id="286" r:id="rId5"/>
    <p:sldId id="260" r:id="rId6"/>
    <p:sldId id="270" r:id="rId7"/>
    <p:sldId id="284" r:id="rId8"/>
    <p:sldId id="261" r:id="rId9"/>
    <p:sldId id="269" r:id="rId10"/>
    <p:sldId id="263" r:id="rId11"/>
    <p:sldId id="268" r:id="rId12"/>
    <p:sldId id="264" r:id="rId13"/>
    <p:sldId id="262" r:id="rId14"/>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434827-0746-4A6C-964D-C9D67E860CBC}" v="1" dt="2025-10-02T14:14:42.5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019" autoAdjust="0"/>
  </p:normalViewPr>
  <p:slideViewPr>
    <p:cSldViewPr snapToGrid="0">
      <p:cViewPr varScale="1">
        <p:scale>
          <a:sx n="89" d="100"/>
          <a:sy n="89" d="100"/>
        </p:scale>
        <p:origin x="82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chen Mariën" userId="a4f8d9ed-3895-4365-b2d5-9432cb8a20d4" providerId="ADAL" clId="{D86CAD16-0AA2-4E7C-B8FF-651080ADCB1E}"/>
    <pc:docChg chg="custSel modSld">
      <pc:chgData name="Jochen Mariën" userId="a4f8d9ed-3895-4365-b2d5-9432cb8a20d4" providerId="ADAL" clId="{D86CAD16-0AA2-4E7C-B8FF-651080ADCB1E}" dt="2023-09-21T10:24:52.082" v="468" actId="14100"/>
      <pc:docMkLst>
        <pc:docMk/>
      </pc:docMkLst>
      <pc:sldChg chg="addSp modSp mod">
        <pc:chgData name="Jochen Mariën" userId="a4f8d9ed-3895-4365-b2d5-9432cb8a20d4" providerId="ADAL" clId="{D86CAD16-0AA2-4E7C-B8FF-651080ADCB1E}" dt="2023-09-21T10:24:52.082" v="468" actId="14100"/>
        <pc:sldMkLst>
          <pc:docMk/>
          <pc:sldMk cId="3862548640" sldId="257"/>
        </pc:sldMkLst>
      </pc:sldChg>
    </pc:docChg>
  </pc:docChgLst>
  <pc:docChgLst>
    <pc:chgData name="Jochen Mariën" userId="a4f8d9ed-3895-4365-b2d5-9432cb8a20d4" providerId="ADAL" clId="{4C5D72A5-78E4-4A3D-B73F-CCA6948CBE46}"/>
    <pc:docChg chg="custSel delSld modSld">
      <pc:chgData name="Jochen Mariën" userId="a4f8d9ed-3895-4365-b2d5-9432cb8a20d4" providerId="ADAL" clId="{4C5D72A5-78E4-4A3D-B73F-CCA6948CBE46}" dt="2024-09-18T09:08:49.206" v="1446" actId="27636"/>
      <pc:docMkLst>
        <pc:docMk/>
      </pc:docMkLst>
      <pc:sldChg chg="delSp mod">
        <pc:chgData name="Jochen Mariën" userId="a4f8d9ed-3895-4365-b2d5-9432cb8a20d4" providerId="ADAL" clId="{4C5D72A5-78E4-4A3D-B73F-CCA6948CBE46}" dt="2024-09-04T12:40:20.360" v="0" actId="478"/>
        <pc:sldMkLst>
          <pc:docMk/>
          <pc:sldMk cId="3862548640" sldId="257"/>
        </pc:sldMkLst>
      </pc:sldChg>
      <pc:sldChg chg="modSp mod">
        <pc:chgData name="Jochen Mariën" userId="a4f8d9ed-3895-4365-b2d5-9432cb8a20d4" providerId="ADAL" clId="{4C5D72A5-78E4-4A3D-B73F-CCA6948CBE46}" dt="2024-09-04T12:40:34.156" v="2" actId="20577"/>
        <pc:sldMkLst>
          <pc:docMk/>
          <pc:sldMk cId="3943706405" sldId="258"/>
        </pc:sldMkLst>
      </pc:sldChg>
      <pc:sldChg chg="modSp mod">
        <pc:chgData name="Jochen Mariën" userId="a4f8d9ed-3895-4365-b2d5-9432cb8a20d4" providerId="ADAL" clId="{4C5D72A5-78E4-4A3D-B73F-CCA6948CBE46}" dt="2024-09-18T09:05:08.004" v="1358" actId="20577"/>
        <pc:sldMkLst>
          <pc:docMk/>
          <pc:sldMk cId="191612756" sldId="260"/>
        </pc:sldMkLst>
      </pc:sldChg>
      <pc:sldChg chg="modSp mod">
        <pc:chgData name="Jochen Mariën" userId="a4f8d9ed-3895-4365-b2d5-9432cb8a20d4" providerId="ADAL" clId="{4C5D72A5-78E4-4A3D-B73F-CCA6948CBE46}" dt="2024-09-04T12:52:02.701" v="765" actId="20577"/>
        <pc:sldMkLst>
          <pc:docMk/>
          <pc:sldMk cId="4079949891" sldId="261"/>
        </pc:sldMkLst>
      </pc:sldChg>
      <pc:sldChg chg="addSp modSp mod">
        <pc:chgData name="Jochen Mariën" userId="a4f8d9ed-3895-4365-b2d5-9432cb8a20d4" providerId="ADAL" clId="{4C5D72A5-78E4-4A3D-B73F-CCA6948CBE46}" dt="2024-09-04T13:05:27.589" v="1286" actId="6549"/>
        <pc:sldMkLst>
          <pc:docMk/>
          <pc:sldMk cId="3237752344" sldId="262"/>
        </pc:sldMkLst>
      </pc:sldChg>
      <pc:sldChg chg="modSp mod">
        <pc:chgData name="Jochen Mariën" userId="a4f8d9ed-3895-4365-b2d5-9432cb8a20d4" providerId="ADAL" clId="{4C5D72A5-78E4-4A3D-B73F-CCA6948CBE46}" dt="2024-09-18T09:07:47.354" v="1379" actId="20577"/>
        <pc:sldMkLst>
          <pc:docMk/>
          <pc:sldMk cId="970023847" sldId="263"/>
        </pc:sldMkLst>
      </pc:sldChg>
      <pc:sldChg chg="modSp mod">
        <pc:chgData name="Jochen Mariën" userId="a4f8d9ed-3895-4365-b2d5-9432cb8a20d4" providerId="ADAL" clId="{4C5D72A5-78E4-4A3D-B73F-CCA6948CBE46}" dt="2024-09-04T13:03:12.527" v="1271" actId="5793"/>
        <pc:sldMkLst>
          <pc:docMk/>
          <pc:sldMk cId="3297795730" sldId="264"/>
        </pc:sldMkLst>
      </pc:sldChg>
      <pc:sldChg chg="del">
        <pc:chgData name="Jochen Mariën" userId="a4f8d9ed-3895-4365-b2d5-9432cb8a20d4" providerId="ADAL" clId="{4C5D72A5-78E4-4A3D-B73F-CCA6948CBE46}" dt="2024-09-04T12:56:04.742" v="848" actId="47"/>
        <pc:sldMkLst>
          <pc:docMk/>
          <pc:sldMk cId="31661550" sldId="265"/>
        </pc:sldMkLst>
      </pc:sldChg>
      <pc:sldChg chg="modSp mod">
        <pc:chgData name="Jochen Mariën" userId="a4f8d9ed-3895-4365-b2d5-9432cb8a20d4" providerId="ADAL" clId="{4C5D72A5-78E4-4A3D-B73F-CCA6948CBE46}" dt="2024-09-04T12:56:27.840" v="849" actId="1076"/>
        <pc:sldMkLst>
          <pc:docMk/>
          <pc:sldMk cId="2880038784" sldId="266"/>
        </pc:sldMkLst>
      </pc:sldChg>
      <pc:sldChg chg="modSp mod">
        <pc:chgData name="Jochen Mariën" userId="a4f8d9ed-3895-4365-b2d5-9432cb8a20d4" providerId="ADAL" clId="{4C5D72A5-78E4-4A3D-B73F-CCA6948CBE46}" dt="2024-09-18T09:08:49.206" v="1446" actId="27636"/>
        <pc:sldMkLst>
          <pc:docMk/>
          <pc:sldMk cId="1995461371" sldId="267"/>
        </pc:sldMkLst>
      </pc:sldChg>
      <pc:sldChg chg="modNotesTx">
        <pc:chgData name="Jochen Mariën" userId="a4f8d9ed-3895-4365-b2d5-9432cb8a20d4" providerId="ADAL" clId="{4C5D72A5-78E4-4A3D-B73F-CCA6948CBE46}" dt="2024-09-04T12:54:17.458" v="847" actId="20577"/>
        <pc:sldMkLst>
          <pc:docMk/>
          <pc:sldMk cId="1544678492" sldId="268"/>
        </pc:sldMkLst>
      </pc:sldChg>
      <pc:sldChg chg="modSp mod">
        <pc:chgData name="Jochen Mariën" userId="a4f8d9ed-3895-4365-b2d5-9432cb8a20d4" providerId="ADAL" clId="{4C5D72A5-78E4-4A3D-B73F-CCA6948CBE46}" dt="2024-09-04T12:52:49.488" v="776" actId="20577"/>
        <pc:sldMkLst>
          <pc:docMk/>
          <pc:sldMk cId="332508798" sldId="269"/>
        </pc:sldMkLst>
      </pc:sldChg>
      <pc:sldChg chg="modSp mod">
        <pc:chgData name="Jochen Mariën" userId="a4f8d9ed-3895-4365-b2d5-9432cb8a20d4" providerId="ADAL" clId="{4C5D72A5-78E4-4A3D-B73F-CCA6948CBE46}" dt="2024-09-18T09:05:31.349" v="1374" actId="20577"/>
        <pc:sldMkLst>
          <pc:docMk/>
          <pc:sldMk cId="2763235997" sldId="270"/>
        </pc:sldMkLst>
      </pc:sldChg>
      <pc:sldChg chg="modSp mod">
        <pc:chgData name="Jochen Mariën" userId="a4f8d9ed-3895-4365-b2d5-9432cb8a20d4" providerId="ADAL" clId="{4C5D72A5-78E4-4A3D-B73F-CCA6948CBE46}" dt="2024-09-18T09:06:10.730" v="1375" actId="6549"/>
        <pc:sldMkLst>
          <pc:docMk/>
          <pc:sldMk cId="153793110" sldId="271"/>
        </pc:sldMkLst>
      </pc:sldChg>
    </pc:docChg>
  </pc:docChgLst>
  <pc:docChgLst>
    <pc:chgData name="Jochen Mariën" userId="a4f8d9ed-3895-4365-b2d5-9432cb8a20d4" providerId="ADAL" clId="{F8B58BD1-8A92-4B5C-93A7-BA3B925EE1A2}"/>
    <pc:docChg chg="undo custSel addSld modSld">
      <pc:chgData name="Jochen Mariën" userId="a4f8d9ed-3895-4365-b2d5-9432cb8a20d4" providerId="ADAL" clId="{F8B58BD1-8A92-4B5C-93A7-BA3B925EE1A2}" dt="2023-06-14T09:03:29.434" v="2419" actId="20577"/>
      <pc:docMkLst>
        <pc:docMk/>
      </pc:docMkLst>
      <pc:sldChg chg="addSp modSp mod">
        <pc:chgData name="Jochen Mariën" userId="a4f8d9ed-3895-4365-b2d5-9432cb8a20d4" providerId="ADAL" clId="{F8B58BD1-8A92-4B5C-93A7-BA3B925EE1A2}" dt="2023-06-12T08:29:36.975" v="957" actId="207"/>
        <pc:sldMkLst>
          <pc:docMk/>
          <pc:sldMk cId="945628036" sldId="256"/>
        </pc:sldMkLst>
      </pc:sldChg>
      <pc:sldChg chg="modNotesTx">
        <pc:chgData name="Jochen Mariën" userId="a4f8d9ed-3895-4365-b2d5-9432cb8a20d4" providerId="ADAL" clId="{F8B58BD1-8A92-4B5C-93A7-BA3B925EE1A2}" dt="2023-06-12T07:52:30.442" v="945" actId="20577"/>
        <pc:sldMkLst>
          <pc:docMk/>
          <pc:sldMk cId="31661550" sldId="265"/>
        </pc:sldMkLst>
      </pc:sldChg>
      <pc:sldChg chg="addSp delSp modSp new mod modNotesTx">
        <pc:chgData name="Jochen Mariën" userId="a4f8d9ed-3895-4365-b2d5-9432cb8a20d4" providerId="ADAL" clId="{F8B58BD1-8A92-4B5C-93A7-BA3B925EE1A2}" dt="2023-06-12T07:44:46.852" v="640" actId="20577"/>
        <pc:sldMkLst>
          <pc:docMk/>
          <pc:sldMk cId="1544678492" sldId="268"/>
        </pc:sldMkLst>
      </pc:sldChg>
      <pc:sldChg chg="modSp new mod">
        <pc:chgData name="Jochen Mariën" userId="a4f8d9ed-3895-4365-b2d5-9432cb8a20d4" providerId="ADAL" clId="{F8B58BD1-8A92-4B5C-93A7-BA3B925EE1A2}" dt="2023-06-12T10:12:52.776" v="1395" actId="20577"/>
        <pc:sldMkLst>
          <pc:docMk/>
          <pc:sldMk cId="332508798" sldId="269"/>
        </pc:sldMkLst>
      </pc:sldChg>
      <pc:sldChg chg="modSp new mod">
        <pc:chgData name="Jochen Mariën" userId="a4f8d9ed-3895-4365-b2d5-9432cb8a20d4" providerId="ADAL" clId="{F8B58BD1-8A92-4B5C-93A7-BA3B925EE1A2}" dt="2023-06-13T07:33:25.115" v="1866" actId="20577"/>
        <pc:sldMkLst>
          <pc:docMk/>
          <pc:sldMk cId="2763235997" sldId="270"/>
        </pc:sldMkLst>
      </pc:sldChg>
      <pc:sldChg chg="modSp new mod">
        <pc:chgData name="Jochen Mariën" userId="a4f8d9ed-3895-4365-b2d5-9432cb8a20d4" providerId="ADAL" clId="{F8B58BD1-8A92-4B5C-93A7-BA3B925EE1A2}" dt="2023-06-14T09:03:29.434" v="2419" actId="20577"/>
        <pc:sldMkLst>
          <pc:docMk/>
          <pc:sldMk cId="153793110" sldId="271"/>
        </pc:sldMkLst>
      </pc:sldChg>
    </pc:docChg>
  </pc:docChgLst>
  <pc:docChgLst>
    <pc:chgData name="Jochen Mariën" userId="a4f8d9ed-3895-4365-b2d5-9432cb8a20d4" providerId="ADAL" clId="{61AD2A1C-6012-4AB7-84B3-FB13C2180FA8}"/>
    <pc:docChg chg="custSel addSld delSld modSld">
      <pc:chgData name="Jochen Mariën" userId="a4f8d9ed-3895-4365-b2d5-9432cb8a20d4" providerId="ADAL" clId="{61AD2A1C-6012-4AB7-84B3-FB13C2180FA8}" dt="2025-10-02T14:16:47.883" v="477" actId="20577"/>
      <pc:docMkLst>
        <pc:docMk/>
      </pc:docMkLst>
      <pc:sldChg chg="modSp mod">
        <pc:chgData name="Jochen Mariën" userId="a4f8d9ed-3895-4365-b2d5-9432cb8a20d4" providerId="ADAL" clId="{61AD2A1C-6012-4AB7-84B3-FB13C2180FA8}" dt="2025-10-02T14:14:29.287" v="52" actId="27636"/>
        <pc:sldMkLst>
          <pc:docMk/>
          <pc:sldMk cId="1681464463" sldId="259"/>
        </pc:sldMkLst>
        <pc:spChg chg="mod">
          <ac:chgData name="Jochen Mariën" userId="a4f8d9ed-3895-4365-b2d5-9432cb8a20d4" providerId="ADAL" clId="{61AD2A1C-6012-4AB7-84B3-FB13C2180FA8}" dt="2025-10-02T14:14:29.287" v="52" actId="27636"/>
          <ac:spMkLst>
            <pc:docMk/>
            <pc:sldMk cId="1681464463" sldId="259"/>
            <ac:spMk id="3" creationId="{6C9B6BF9-B8B8-57A5-9DB1-4748C0FDC6F9}"/>
          </ac:spMkLst>
        </pc:spChg>
      </pc:sldChg>
      <pc:sldChg chg="new del">
        <pc:chgData name="Jochen Mariën" userId="a4f8d9ed-3895-4365-b2d5-9432cb8a20d4" providerId="ADAL" clId="{61AD2A1C-6012-4AB7-84B3-FB13C2180FA8}" dt="2025-10-02T14:14:45.235" v="55" actId="47"/>
        <pc:sldMkLst>
          <pc:docMk/>
          <pc:sldMk cId="310550589" sldId="285"/>
        </pc:sldMkLst>
      </pc:sldChg>
      <pc:sldChg chg="modSp add mod">
        <pc:chgData name="Jochen Mariën" userId="a4f8d9ed-3895-4365-b2d5-9432cb8a20d4" providerId="ADAL" clId="{61AD2A1C-6012-4AB7-84B3-FB13C2180FA8}" dt="2025-10-02T14:16:47.883" v="477" actId="20577"/>
        <pc:sldMkLst>
          <pc:docMk/>
          <pc:sldMk cId="3930691176" sldId="286"/>
        </pc:sldMkLst>
        <pc:spChg chg="mod">
          <ac:chgData name="Jochen Mariën" userId="a4f8d9ed-3895-4365-b2d5-9432cb8a20d4" providerId="ADAL" clId="{61AD2A1C-6012-4AB7-84B3-FB13C2180FA8}" dt="2025-10-02T14:16:47.883" v="477" actId="20577"/>
          <ac:spMkLst>
            <pc:docMk/>
            <pc:sldMk cId="3930691176" sldId="286"/>
            <ac:spMk id="3" creationId="{C1AB5DB4-9F2D-88CB-C647-F3E50B0935F8}"/>
          </ac:spMkLst>
        </pc:spChg>
      </pc:sldChg>
    </pc:docChg>
  </pc:docChgLst>
  <pc:docChgLst>
    <pc:chgData name="Jochen Mariën" userId="a4f8d9ed-3895-4365-b2d5-9432cb8a20d4" providerId="ADAL" clId="{B5CDDD68-EC24-4B03-9D7D-DD1E858EF38E}"/>
    <pc:docChg chg="undo custSel modSld">
      <pc:chgData name="Jochen Mariën" userId="a4f8d9ed-3895-4365-b2d5-9432cb8a20d4" providerId="ADAL" clId="{B5CDDD68-EC24-4B03-9D7D-DD1E858EF38E}" dt="2023-09-06T07:36:16.389" v="264" actId="20577"/>
      <pc:docMkLst>
        <pc:docMk/>
      </pc:docMkLst>
      <pc:sldChg chg="modSp mod">
        <pc:chgData name="Jochen Mariën" userId="a4f8d9ed-3895-4365-b2d5-9432cb8a20d4" providerId="ADAL" clId="{B5CDDD68-EC24-4B03-9D7D-DD1E858EF38E}" dt="2023-09-06T07:22:47.789" v="47" actId="20577"/>
        <pc:sldMkLst>
          <pc:docMk/>
          <pc:sldMk cId="1681464463" sldId="259"/>
        </pc:sldMkLst>
      </pc:sldChg>
      <pc:sldChg chg="modSp mod">
        <pc:chgData name="Jochen Mariën" userId="a4f8d9ed-3895-4365-b2d5-9432cb8a20d4" providerId="ADAL" clId="{B5CDDD68-EC24-4B03-9D7D-DD1E858EF38E}" dt="2023-09-06T07:31:21.053" v="180" actId="20577"/>
        <pc:sldMkLst>
          <pc:docMk/>
          <pc:sldMk cId="191612756" sldId="260"/>
        </pc:sldMkLst>
      </pc:sldChg>
      <pc:sldChg chg="modNotesTx">
        <pc:chgData name="Jochen Mariën" userId="a4f8d9ed-3895-4365-b2d5-9432cb8a20d4" providerId="ADAL" clId="{B5CDDD68-EC24-4B03-9D7D-DD1E858EF38E}" dt="2023-09-06T07:33:41.835" v="216" actId="20577"/>
        <pc:sldMkLst>
          <pc:docMk/>
          <pc:sldMk cId="4079949891" sldId="261"/>
        </pc:sldMkLst>
      </pc:sldChg>
      <pc:sldChg chg="modNotesTx">
        <pc:chgData name="Jochen Mariën" userId="a4f8d9ed-3895-4365-b2d5-9432cb8a20d4" providerId="ADAL" clId="{B5CDDD68-EC24-4B03-9D7D-DD1E858EF38E}" dt="2023-09-06T07:36:16.389" v="264" actId="20577"/>
        <pc:sldMkLst>
          <pc:docMk/>
          <pc:sldMk cId="31661550" sldId="265"/>
        </pc:sldMkLst>
      </pc:sldChg>
      <pc:sldChg chg="modNotesTx">
        <pc:chgData name="Jochen Mariën" userId="a4f8d9ed-3895-4365-b2d5-9432cb8a20d4" providerId="ADAL" clId="{B5CDDD68-EC24-4B03-9D7D-DD1E858EF38E}" dt="2023-09-06T07:34:54.452" v="217" actId="20577"/>
        <pc:sldMkLst>
          <pc:docMk/>
          <pc:sldMk cId="1544678492" sldId="268"/>
        </pc:sldMkLst>
      </pc:sldChg>
      <pc:sldChg chg="modSp mod">
        <pc:chgData name="Jochen Mariën" userId="a4f8d9ed-3895-4365-b2d5-9432cb8a20d4" providerId="ADAL" clId="{B5CDDD68-EC24-4B03-9D7D-DD1E858EF38E}" dt="2023-09-06T07:32:29.527" v="185" actId="20577"/>
        <pc:sldMkLst>
          <pc:docMk/>
          <pc:sldMk cId="2763235997" sldId="270"/>
        </pc:sldMkLst>
      </pc:sldChg>
    </pc:docChg>
  </pc:docChgLst>
  <pc:docChgLst>
    <pc:chgData name="Jochen Mariën" userId="a4f8d9ed-3895-4365-b2d5-9432cb8a20d4" providerId="ADAL" clId="{356E6382-9B20-433D-9953-01900B9EF39A}"/>
    <pc:docChg chg="undo custSel addSld delSld modSld">
      <pc:chgData name="Jochen Mariën" userId="a4f8d9ed-3895-4365-b2d5-9432cb8a20d4" providerId="ADAL" clId="{356E6382-9B20-433D-9953-01900B9EF39A}" dt="2025-10-01T12:27:08.714" v="1187" actId="20577"/>
      <pc:docMkLst>
        <pc:docMk/>
      </pc:docMkLst>
      <pc:sldChg chg="modSp mod">
        <pc:chgData name="Jochen Mariën" userId="a4f8d9ed-3895-4365-b2d5-9432cb8a20d4" providerId="ADAL" clId="{356E6382-9B20-433D-9953-01900B9EF39A}" dt="2025-09-23T12:45:38.715" v="45" actId="20577"/>
        <pc:sldMkLst>
          <pc:docMk/>
          <pc:sldMk cId="945628036" sldId="256"/>
        </pc:sldMkLst>
        <pc:spChg chg="mod">
          <ac:chgData name="Jochen Mariën" userId="a4f8d9ed-3895-4365-b2d5-9432cb8a20d4" providerId="ADAL" clId="{356E6382-9B20-433D-9953-01900B9EF39A}" dt="2025-09-23T12:45:28.715" v="30" actId="20577"/>
          <ac:spMkLst>
            <pc:docMk/>
            <pc:sldMk cId="945628036" sldId="256"/>
            <ac:spMk id="2" creationId="{5C70ED0B-BD55-C6CB-1E78-951561FAAF8F}"/>
          </ac:spMkLst>
        </pc:spChg>
        <pc:spChg chg="mod">
          <ac:chgData name="Jochen Mariën" userId="a4f8d9ed-3895-4365-b2d5-9432cb8a20d4" providerId="ADAL" clId="{356E6382-9B20-433D-9953-01900B9EF39A}" dt="2025-09-23T12:45:38.715" v="45" actId="20577"/>
          <ac:spMkLst>
            <pc:docMk/>
            <pc:sldMk cId="945628036" sldId="256"/>
            <ac:spMk id="3" creationId="{64FE4582-9257-0596-AA7B-AFF7B9EFD542}"/>
          </ac:spMkLst>
        </pc:spChg>
      </pc:sldChg>
      <pc:sldChg chg="del">
        <pc:chgData name="Jochen Mariën" userId="a4f8d9ed-3895-4365-b2d5-9432cb8a20d4" providerId="ADAL" clId="{356E6382-9B20-433D-9953-01900B9EF39A}" dt="2025-09-23T12:45:42.050" v="46" actId="47"/>
        <pc:sldMkLst>
          <pc:docMk/>
          <pc:sldMk cId="3862548640" sldId="257"/>
        </pc:sldMkLst>
      </pc:sldChg>
      <pc:sldChg chg="modSp mod">
        <pc:chgData name="Jochen Mariën" userId="a4f8d9ed-3895-4365-b2d5-9432cb8a20d4" providerId="ADAL" clId="{356E6382-9B20-433D-9953-01900B9EF39A}" dt="2025-09-23T12:46:17.230" v="81" actId="20577"/>
        <pc:sldMkLst>
          <pc:docMk/>
          <pc:sldMk cId="3943706405" sldId="258"/>
        </pc:sldMkLst>
        <pc:spChg chg="mod">
          <ac:chgData name="Jochen Mariën" userId="a4f8d9ed-3895-4365-b2d5-9432cb8a20d4" providerId="ADAL" clId="{356E6382-9B20-433D-9953-01900B9EF39A}" dt="2025-09-23T12:46:17.230" v="81" actId="20577"/>
          <ac:spMkLst>
            <pc:docMk/>
            <pc:sldMk cId="3943706405" sldId="258"/>
            <ac:spMk id="3" creationId="{919F0559-8662-C0E0-9401-BB90736E475C}"/>
          </ac:spMkLst>
        </pc:spChg>
      </pc:sldChg>
      <pc:sldChg chg="addSp modSp mod">
        <pc:chgData name="Jochen Mariën" userId="a4f8d9ed-3895-4365-b2d5-9432cb8a20d4" providerId="ADAL" clId="{356E6382-9B20-433D-9953-01900B9EF39A}" dt="2025-09-23T13:04:12.642" v="682" actId="20577"/>
        <pc:sldMkLst>
          <pc:docMk/>
          <pc:sldMk cId="191612756" sldId="260"/>
        </pc:sldMkLst>
        <pc:spChg chg="mod">
          <ac:chgData name="Jochen Mariën" userId="a4f8d9ed-3895-4365-b2d5-9432cb8a20d4" providerId="ADAL" clId="{356E6382-9B20-433D-9953-01900B9EF39A}" dt="2025-09-23T13:04:12.642" v="682" actId="20577"/>
          <ac:spMkLst>
            <pc:docMk/>
            <pc:sldMk cId="191612756" sldId="260"/>
            <ac:spMk id="3" creationId="{03F756A6-83ED-3C39-E5C1-D0CD6CA1BF6A}"/>
          </ac:spMkLst>
        </pc:spChg>
      </pc:sldChg>
      <pc:sldChg chg="modSp mod">
        <pc:chgData name="Jochen Mariën" userId="a4f8d9ed-3895-4365-b2d5-9432cb8a20d4" providerId="ADAL" clId="{356E6382-9B20-433D-9953-01900B9EF39A}" dt="2025-10-01T12:27:08.714" v="1187" actId="20577"/>
        <pc:sldMkLst>
          <pc:docMk/>
          <pc:sldMk cId="4079949891" sldId="261"/>
        </pc:sldMkLst>
        <pc:spChg chg="mod">
          <ac:chgData name="Jochen Mariën" userId="a4f8d9ed-3895-4365-b2d5-9432cb8a20d4" providerId="ADAL" clId="{356E6382-9B20-433D-9953-01900B9EF39A}" dt="2025-10-01T12:27:08.714" v="1187" actId="20577"/>
          <ac:spMkLst>
            <pc:docMk/>
            <pc:sldMk cId="4079949891" sldId="261"/>
            <ac:spMk id="3" creationId="{D0C9C61B-F6A2-066F-CE25-B1521DCB64B9}"/>
          </ac:spMkLst>
        </pc:spChg>
      </pc:sldChg>
      <pc:sldChg chg="modSp mod">
        <pc:chgData name="Jochen Mariën" userId="a4f8d9ed-3895-4365-b2d5-9432cb8a20d4" providerId="ADAL" clId="{356E6382-9B20-433D-9953-01900B9EF39A}" dt="2025-09-30T11:24:02.513" v="1183" actId="6549"/>
        <pc:sldMkLst>
          <pc:docMk/>
          <pc:sldMk cId="3237752344" sldId="262"/>
        </pc:sldMkLst>
        <pc:spChg chg="mod">
          <ac:chgData name="Jochen Mariën" userId="a4f8d9ed-3895-4365-b2d5-9432cb8a20d4" providerId="ADAL" clId="{356E6382-9B20-433D-9953-01900B9EF39A}" dt="2025-09-23T13:24:24.218" v="1182" actId="20577"/>
          <ac:spMkLst>
            <pc:docMk/>
            <pc:sldMk cId="3237752344" sldId="262"/>
            <ac:spMk id="2" creationId="{44D2B680-3418-214D-24F6-4D77B2E55894}"/>
          </ac:spMkLst>
        </pc:spChg>
        <pc:spChg chg="mod">
          <ac:chgData name="Jochen Mariën" userId="a4f8d9ed-3895-4365-b2d5-9432cb8a20d4" providerId="ADAL" clId="{356E6382-9B20-433D-9953-01900B9EF39A}" dt="2025-09-30T11:24:02.513" v="1183" actId="6549"/>
          <ac:spMkLst>
            <pc:docMk/>
            <pc:sldMk cId="3237752344" sldId="262"/>
            <ac:spMk id="3" creationId="{6909C057-F045-A29A-8458-21431D529E00}"/>
          </ac:spMkLst>
        </pc:spChg>
      </pc:sldChg>
      <pc:sldChg chg="modSp mod">
        <pc:chgData name="Jochen Mariën" userId="a4f8d9ed-3895-4365-b2d5-9432cb8a20d4" providerId="ADAL" clId="{356E6382-9B20-433D-9953-01900B9EF39A}" dt="2025-09-23T13:02:37.390" v="673" actId="20577"/>
        <pc:sldMkLst>
          <pc:docMk/>
          <pc:sldMk cId="970023847" sldId="263"/>
        </pc:sldMkLst>
        <pc:spChg chg="mod">
          <ac:chgData name="Jochen Mariën" userId="a4f8d9ed-3895-4365-b2d5-9432cb8a20d4" providerId="ADAL" clId="{356E6382-9B20-433D-9953-01900B9EF39A}" dt="2025-09-23T13:02:37.390" v="673" actId="20577"/>
          <ac:spMkLst>
            <pc:docMk/>
            <pc:sldMk cId="970023847" sldId="263"/>
            <ac:spMk id="3" creationId="{A84A457F-69FF-5C5D-6CCB-8A2245676E80}"/>
          </ac:spMkLst>
        </pc:spChg>
      </pc:sldChg>
      <pc:sldChg chg="modSp mod modNotesTx">
        <pc:chgData name="Jochen Mariën" userId="a4f8d9ed-3895-4365-b2d5-9432cb8a20d4" providerId="ADAL" clId="{356E6382-9B20-433D-9953-01900B9EF39A}" dt="2025-09-23T13:16:32.283" v="1157" actId="20577"/>
        <pc:sldMkLst>
          <pc:docMk/>
          <pc:sldMk cId="3297795730" sldId="264"/>
        </pc:sldMkLst>
        <pc:spChg chg="mod">
          <ac:chgData name="Jochen Mariën" userId="a4f8d9ed-3895-4365-b2d5-9432cb8a20d4" providerId="ADAL" clId="{356E6382-9B20-433D-9953-01900B9EF39A}" dt="2025-09-23T13:16:32.283" v="1157" actId="20577"/>
          <ac:spMkLst>
            <pc:docMk/>
            <pc:sldMk cId="3297795730" sldId="264"/>
            <ac:spMk id="3" creationId="{22AD664F-1A1C-FD89-2651-531982128548}"/>
          </ac:spMkLst>
        </pc:spChg>
      </pc:sldChg>
      <pc:sldChg chg="del">
        <pc:chgData name="Jochen Mariën" userId="a4f8d9ed-3895-4365-b2d5-9432cb8a20d4" providerId="ADAL" clId="{356E6382-9B20-433D-9953-01900B9EF39A}" dt="2025-09-23T13:03:24.786" v="674" actId="47"/>
        <pc:sldMkLst>
          <pc:docMk/>
          <pc:sldMk cId="2880038784" sldId="266"/>
        </pc:sldMkLst>
      </pc:sldChg>
      <pc:sldChg chg="del">
        <pc:chgData name="Jochen Mariën" userId="a4f8d9ed-3895-4365-b2d5-9432cb8a20d4" providerId="ADAL" clId="{356E6382-9B20-433D-9953-01900B9EF39A}" dt="2025-09-23T13:03:29.278" v="675" actId="47"/>
        <pc:sldMkLst>
          <pc:docMk/>
          <pc:sldMk cId="1995461371" sldId="267"/>
        </pc:sldMkLst>
      </pc:sldChg>
      <pc:sldChg chg="modSp mod">
        <pc:chgData name="Jochen Mariën" userId="a4f8d9ed-3895-4365-b2d5-9432cb8a20d4" providerId="ADAL" clId="{356E6382-9B20-433D-9953-01900B9EF39A}" dt="2025-09-23T13:00:55.240" v="656" actId="20577"/>
        <pc:sldMkLst>
          <pc:docMk/>
          <pc:sldMk cId="2763235997" sldId="270"/>
        </pc:sldMkLst>
        <pc:spChg chg="mod">
          <ac:chgData name="Jochen Mariën" userId="a4f8d9ed-3895-4365-b2d5-9432cb8a20d4" providerId="ADAL" clId="{356E6382-9B20-433D-9953-01900B9EF39A}" dt="2025-09-23T13:00:55.240" v="656" actId="20577"/>
          <ac:spMkLst>
            <pc:docMk/>
            <pc:sldMk cId="2763235997" sldId="270"/>
            <ac:spMk id="3" creationId="{F0767FAB-59D4-FFC6-614F-02507EFD7998}"/>
          </ac:spMkLst>
        </pc:spChg>
      </pc:sldChg>
      <pc:sldChg chg="del">
        <pc:chgData name="Jochen Mariën" userId="a4f8d9ed-3895-4365-b2d5-9432cb8a20d4" providerId="ADAL" clId="{356E6382-9B20-433D-9953-01900B9EF39A}" dt="2025-09-23T13:01:43.346" v="658" actId="47"/>
        <pc:sldMkLst>
          <pc:docMk/>
          <pc:sldMk cId="153793110" sldId="271"/>
        </pc:sldMkLst>
      </pc:sldChg>
      <pc:sldChg chg="add">
        <pc:chgData name="Jochen Mariën" userId="a4f8d9ed-3895-4365-b2d5-9432cb8a20d4" providerId="ADAL" clId="{356E6382-9B20-433D-9953-01900B9EF39A}" dt="2025-09-23T13:01:21.904" v="657"/>
        <pc:sldMkLst>
          <pc:docMk/>
          <pc:sldMk cId="1879142276" sldId="284"/>
        </pc:sldMkLst>
      </pc:sldChg>
    </pc:docChg>
  </pc:docChgLst>
  <pc:docChgLst>
    <pc:chgData name="Jochen Mariën" userId="a4f8d9ed-3895-4365-b2d5-9432cb8a20d4" providerId="ADAL" clId="{8463FE04-6B26-4B40-A263-B4B0624F1160}"/>
    <pc:docChg chg="custSel addSld modSld">
      <pc:chgData name="Jochen Mariën" userId="a4f8d9ed-3895-4365-b2d5-9432cb8a20d4" providerId="ADAL" clId="{8463FE04-6B26-4B40-A263-B4B0624F1160}" dt="2023-04-05T09:25:42.556" v="3131" actId="20577"/>
      <pc:docMkLst>
        <pc:docMk/>
      </pc:docMkLst>
      <pc:sldChg chg="modSp mod">
        <pc:chgData name="Jochen Mariën" userId="a4f8d9ed-3895-4365-b2d5-9432cb8a20d4" providerId="ADAL" clId="{8463FE04-6B26-4B40-A263-B4B0624F1160}" dt="2023-03-27T11:08:24.286" v="180" actId="20577"/>
        <pc:sldMkLst>
          <pc:docMk/>
          <pc:sldMk cId="4079949891" sldId="261"/>
        </pc:sldMkLst>
      </pc:sldChg>
      <pc:sldChg chg="addSp modSp new mod modNotesTx">
        <pc:chgData name="Jochen Mariën" userId="a4f8d9ed-3895-4365-b2d5-9432cb8a20d4" providerId="ADAL" clId="{8463FE04-6B26-4B40-A263-B4B0624F1160}" dt="2023-03-31T12:11:32.624" v="1710" actId="207"/>
        <pc:sldMkLst>
          <pc:docMk/>
          <pc:sldMk cId="3237752344" sldId="262"/>
        </pc:sldMkLst>
      </pc:sldChg>
      <pc:sldChg chg="modSp new mod">
        <pc:chgData name="Jochen Mariën" userId="a4f8d9ed-3895-4365-b2d5-9432cb8a20d4" providerId="ADAL" clId="{8463FE04-6B26-4B40-A263-B4B0624F1160}" dt="2023-04-05T09:25:42.556" v="3131" actId="20577"/>
        <pc:sldMkLst>
          <pc:docMk/>
          <pc:sldMk cId="970023847" sldId="263"/>
        </pc:sldMkLst>
      </pc:sldChg>
      <pc:sldChg chg="modSp new mod">
        <pc:chgData name="Jochen Mariën" userId="a4f8d9ed-3895-4365-b2d5-9432cb8a20d4" providerId="ADAL" clId="{8463FE04-6B26-4B40-A263-B4B0624F1160}" dt="2023-03-31T11:37:26.893" v="1174" actId="20577"/>
        <pc:sldMkLst>
          <pc:docMk/>
          <pc:sldMk cId="3297795730" sldId="264"/>
        </pc:sldMkLst>
      </pc:sldChg>
      <pc:sldChg chg="modSp new mod">
        <pc:chgData name="Jochen Mariën" userId="a4f8d9ed-3895-4365-b2d5-9432cb8a20d4" providerId="ADAL" clId="{8463FE04-6B26-4B40-A263-B4B0624F1160}" dt="2023-03-31T12:10:51.404" v="1683" actId="20577"/>
        <pc:sldMkLst>
          <pc:docMk/>
          <pc:sldMk cId="31661550" sldId="265"/>
        </pc:sldMkLst>
      </pc:sldChg>
      <pc:sldChg chg="addSp modSp new mod modAnim">
        <pc:chgData name="Jochen Mariën" userId="a4f8d9ed-3895-4365-b2d5-9432cb8a20d4" providerId="ADAL" clId="{8463FE04-6B26-4B40-A263-B4B0624F1160}" dt="2023-04-05T07:55:08.786" v="2896" actId="1076"/>
        <pc:sldMkLst>
          <pc:docMk/>
          <pc:sldMk cId="2880038784" sldId="266"/>
        </pc:sldMkLst>
      </pc:sldChg>
      <pc:sldChg chg="modSp new mod">
        <pc:chgData name="Jochen Mariën" userId="a4f8d9ed-3895-4365-b2d5-9432cb8a20d4" providerId="ADAL" clId="{8463FE04-6B26-4B40-A263-B4B0624F1160}" dt="2023-04-05T07:56:14.619" v="2981" actId="33524"/>
        <pc:sldMkLst>
          <pc:docMk/>
          <pc:sldMk cId="1995461371"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880CE3-57C3-4E29-A2D5-BE0FDC8C5C38}" type="datetimeFigureOut">
              <a:rPr lang="en-BE" smtClean="0"/>
              <a:t>10/02/2025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487898-0C4F-431B-9DF3-B96052A5BB4A}" type="slidenum">
              <a:rPr lang="en-BE" smtClean="0"/>
              <a:t>‹#›</a:t>
            </a:fld>
            <a:endParaRPr lang="en-BE"/>
          </a:p>
        </p:txBody>
      </p:sp>
    </p:spTree>
    <p:extLst>
      <p:ext uri="{BB962C8B-B14F-4D97-AF65-F5344CB8AC3E}">
        <p14:creationId xmlns:p14="http://schemas.microsoft.com/office/powerpoint/2010/main" val="3089915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https://ai.plainenglish.io/data-science-vs-artificial-intelligence-vs-machine-learning-vs-deep-learning-50d3718d51e5</a:t>
            </a:r>
            <a:endParaRPr lang="en-BE" dirty="0"/>
          </a:p>
        </p:txBody>
      </p:sp>
      <p:sp>
        <p:nvSpPr>
          <p:cNvPr id="4" name="Slide Number Placeholder 3"/>
          <p:cNvSpPr>
            <a:spLocks noGrp="1"/>
          </p:cNvSpPr>
          <p:nvPr>
            <p:ph type="sldNum" sz="quarter" idx="5"/>
          </p:nvPr>
        </p:nvSpPr>
        <p:spPr/>
        <p:txBody>
          <a:bodyPr/>
          <a:lstStyle/>
          <a:p>
            <a:fld id="{9F487898-0C4F-431B-9DF3-B96052A5BB4A}" type="slidenum">
              <a:rPr lang="en-BE" smtClean="0"/>
              <a:t>2</a:t>
            </a:fld>
            <a:endParaRPr lang="en-BE"/>
          </a:p>
        </p:txBody>
      </p:sp>
    </p:spTree>
    <p:extLst>
      <p:ext uri="{BB962C8B-B14F-4D97-AF65-F5344CB8AC3E}">
        <p14:creationId xmlns:p14="http://schemas.microsoft.com/office/powerpoint/2010/main" val="2739950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mean these notes down here.</a:t>
            </a:r>
            <a:endParaRPr lang="en-BE" dirty="0"/>
          </a:p>
        </p:txBody>
      </p:sp>
      <p:sp>
        <p:nvSpPr>
          <p:cNvPr id="4" name="Slide Number Placeholder 3"/>
          <p:cNvSpPr>
            <a:spLocks noGrp="1"/>
          </p:cNvSpPr>
          <p:nvPr>
            <p:ph type="sldNum" sz="quarter" idx="5"/>
          </p:nvPr>
        </p:nvSpPr>
        <p:spPr/>
        <p:txBody>
          <a:bodyPr/>
          <a:lstStyle/>
          <a:p>
            <a:fld id="{9F487898-0C4F-431B-9DF3-B96052A5BB4A}" type="slidenum">
              <a:rPr lang="en-BE" smtClean="0"/>
              <a:t>8</a:t>
            </a:fld>
            <a:endParaRPr lang="en-BE"/>
          </a:p>
        </p:txBody>
      </p:sp>
    </p:spTree>
    <p:extLst>
      <p:ext uri="{BB962C8B-B14F-4D97-AF65-F5344CB8AC3E}">
        <p14:creationId xmlns:p14="http://schemas.microsoft.com/office/powerpoint/2010/main" val="1633432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 was very thrilling, so much so I couldn’t sleep anymore. This was a problem.</a:t>
            </a:r>
          </a:p>
          <a:p>
            <a:r>
              <a:rPr lang="en-US" dirty="0"/>
              <a:t>I could look up the ending of the book Wikipedia. That would have helped me sleep, but I’d have to find a new book to read (preferably a boring one).</a:t>
            </a:r>
          </a:p>
          <a:p>
            <a:endParaRPr lang="en-US" dirty="0"/>
          </a:p>
          <a:p>
            <a:r>
              <a:rPr lang="en-US" dirty="0"/>
              <a:t>The moral of the story: I didn’t look up the ending (yet) and decided that all solutions to the exercises will be available from the very beginning of the course. You can simply read them and say ‘Yeah, I could have thought of that’ or not and actually learn something. Your call.</a:t>
            </a:r>
          </a:p>
          <a:p>
            <a:endParaRPr lang="en-US" dirty="0"/>
          </a:p>
          <a:p>
            <a:r>
              <a:rPr lang="en-US" dirty="0"/>
              <a:t>Update: In the end I did look up the ending, and I’m glad I did.</a:t>
            </a:r>
          </a:p>
        </p:txBody>
      </p:sp>
      <p:sp>
        <p:nvSpPr>
          <p:cNvPr id="4" name="Slide Number Placeholder 3"/>
          <p:cNvSpPr>
            <a:spLocks noGrp="1"/>
          </p:cNvSpPr>
          <p:nvPr>
            <p:ph type="sldNum" sz="quarter" idx="5"/>
          </p:nvPr>
        </p:nvSpPr>
        <p:spPr/>
        <p:txBody>
          <a:bodyPr/>
          <a:lstStyle/>
          <a:p>
            <a:fld id="{9F487898-0C4F-431B-9DF3-B96052A5BB4A}" type="slidenum">
              <a:rPr lang="en-BE" smtClean="0"/>
              <a:t>11</a:t>
            </a:fld>
            <a:endParaRPr lang="en-BE"/>
          </a:p>
        </p:txBody>
      </p:sp>
    </p:spTree>
    <p:extLst>
      <p:ext uri="{BB962C8B-B14F-4D97-AF65-F5344CB8AC3E}">
        <p14:creationId xmlns:p14="http://schemas.microsoft.com/office/powerpoint/2010/main" val="3978303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Housing: https://www.kaggle.com/datasets/hm-land-registry/uk-housing-prices-paid/data</a:t>
            </a:r>
          </a:p>
          <a:p>
            <a:r>
              <a:rPr lang="en-US" dirty="0"/>
              <a:t>UK Electricity demand: https://www.neso.energy/data-portal/historic-demand-data?page=0</a:t>
            </a:r>
          </a:p>
          <a:p>
            <a:endParaRPr lang="en-US" dirty="0"/>
          </a:p>
        </p:txBody>
      </p:sp>
      <p:sp>
        <p:nvSpPr>
          <p:cNvPr id="4" name="Slide Number Placeholder 3"/>
          <p:cNvSpPr>
            <a:spLocks noGrp="1"/>
          </p:cNvSpPr>
          <p:nvPr>
            <p:ph type="sldNum" sz="quarter" idx="5"/>
          </p:nvPr>
        </p:nvSpPr>
        <p:spPr/>
        <p:txBody>
          <a:bodyPr/>
          <a:lstStyle/>
          <a:p>
            <a:fld id="{9F487898-0C4F-431B-9DF3-B96052A5BB4A}" type="slidenum">
              <a:rPr lang="en-BE" smtClean="0"/>
              <a:t>12</a:t>
            </a:fld>
            <a:endParaRPr lang="en-BE"/>
          </a:p>
        </p:txBody>
      </p:sp>
    </p:spTree>
    <p:extLst>
      <p:ext uri="{BB962C8B-B14F-4D97-AF65-F5344CB8AC3E}">
        <p14:creationId xmlns:p14="http://schemas.microsoft.com/office/powerpoint/2010/main" val="65688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https://en.wikiquote.org/wiki/Monty_Python_and_the_Holy_Grail</a:t>
            </a:r>
            <a:endParaRPr lang="en-BE" dirty="0"/>
          </a:p>
        </p:txBody>
      </p:sp>
      <p:sp>
        <p:nvSpPr>
          <p:cNvPr id="4" name="Slide Number Placeholder 3"/>
          <p:cNvSpPr>
            <a:spLocks noGrp="1"/>
          </p:cNvSpPr>
          <p:nvPr>
            <p:ph type="sldNum" sz="quarter" idx="5"/>
          </p:nvPr>
        </p:nvSpPr>
        <p:spPr/>
        <p:txBody>
          <a:bodyPr/>
          <a:lstStyle/>
          <a:p>
            <a:fld id="{9F487898-0C4F-431B-9DF3-B96052A5BB4A}" type="slidenum">
              <a:rPr lang="en-BE" smtClean="0"/>
              <a:t>13</a:t>
            </a:fld>
            <a:endParaRPr lang="en-BE"/>
          </a:p>
        </p:txBody>
      </p:sp>
    </p:spTree>
    <p:extLst>
      <p:ext uri="{BB962C8B-B14F-4D97-AF65-F5344CB8AC3E}">
        <p14:creationId xmlns:p14="http://schemas.microsoft.com/office/powerpoint/2010/main" val="2129904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8C9C8-6DC4-558A-758D-6566EAA190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BF030631-FE6D-AAAA-D148-0B23F53EE5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4" name="Date Placeholder 3">
            <a:extLst>
              <a:ext uri="{FF2B5EF4-FFF2-40B4-BE49-F238E27FC236}">
                <a16:creationId xmlns:a16="http://schemas.microsoft.com/office/drawing/2014/main" id="{E5D8B834-53D6-9AF8-C7FC-82D151F2A44E}"/>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5" name="Footer Placeholder 4">
            <a:extLst>
              <a:ext uri="{FF2B5EF4-FFF2-40B4-BE49-F238E27FC236}">
                <a16:creationId xmlns:a16="http://schemas.microsoft.com/office/drawing/2014/main" id="{EDCDE9CD-5002-E80E-479F-B687C79CD80E}"/>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286BDC8-18DA-DA9F-30CE-329A2C58090C}"/>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433675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DAA37-AA75-6F40-CAA5-DF258D23D83C}"/>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83B9078D-43CD-4BC6-FEBC-D3D94C6081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FA86C8E8-A26A-C7C4-63C7-3605D16F50F6}"/>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5" name="Footer Placeholder 4">
            <a:extLst>
              <a:ext uri="{FF2B5EF4-FFF2-40B4-BE49-F238E27FC236}">
                <a16:creationId xmlns:a16="http://schemas.microsoft.com/office/drawing/2014/main" id="{47924173-3AAC-92F7-396C-503A6839DCD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119C1578-CA88-821A-FB14-6DEB1595CB97}"/>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3628355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1EF9B-F99B-95A3-8769-5178950E17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D927BD76-0145-76EE-F03F-176D56DA7C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4D7ABE-A857-D6ED-2240-EB711294BE01}"/>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5" name="Footer Placeholder 4">
            <a:extLst>
              <a:ext uri="{FF2B5EF4-FFF2-40B4-BE49-F238E27FC236}">
                <a16:creationId xmlns:a16="http://schemas.microsoft.com/office/drawing/2014/main" id="{8E476709-E597-AD72-A225-B22DF462FD17}"/>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7D8FC3B8-AD02-6B86-4F9A-F05CAEDAA025}"/>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2990421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190C-887D-6455-4B93-D007A748FD1E}"/>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F8C10DAB-194A-D68B-8ED6-F85B4B97C6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88F7B94D-90CF-9F6B-7AAD-8C279B71E2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22BDF280-A838-6691-8072-9405B0A10A03}"/>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6" name="Footer Placeholder 5">
            <a:extLst>
              <a:ext uri="{FF2B5EF4-FFF2-40B4-BE49-F238E27FC236}">
                <a16:creationId xmlns:a16="http://schemas.microsoft.com/office/drawing/2014/main" id="{43B4B72D-6674-9128-BE36-96623EA53CEA}"/>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6ED3B70-D36B-93DA-3AC9-266C4E2DFC91}"/>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2290819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8BF0-10CD-9A99-0FD0-258FB95037AF}"/>
              </a:ext>
            </a:extLst>
          </p:cNvPr>
          <p:cNvSpPr>
            <a:spLocks noGrp="1"/>
          </p:cNvSpPr>
          <p:nvPr>
            <p:ph type="title"/>
          </p:nvPr>
        </p:nvSpPr>
        <p:spPr>
          <a:xfrm>
            <a:off x="839788" y="365125"/>
            <a:ext cx="10515600" cy="1325563"/>
          </a:xfrm>
        </p:spPr>
        <p:txBody>
          <a:bodyPr/>
          <a:lstStyle/>
          <a:p>
            <a:r>
              <a:rPr lang="en-US"/>
              <a:t>Click to edit Master title style</a:t>
            </a:r>
            <a:endParaRPr lang="en-BE"/>
          </a:p>
        </p:txBody>
      </p:sp>
      <p:sp>
        <p:nvSpPr>
          <p:cNvPr id="3" name="Text Placeholder 2">
            <a:extLst>
              <a:ext uri="{FF2B5EF4-FFF2-40B4-BE49-F238E27FC236}">
                <a16:creationId xmlns:a16="http://schemas.microsoft.com/office/drawing/2014/main" id="{1FE12560-6504-C97E-16AB-0CEDF812A2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DF2B16-09FA-9F49-5D14-A1CDA9B000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1A77CC67-1DD6-AF05-C7F7-D2350F2CB2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D17FC1-5102-F8A6-C71D-32940BC3BC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7EEFD335-FB80-D47D-FC15-62C45D82F44A}"/>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8" name="Footer Placeholder 7">
            <a:extLst>
              <a:ext uri="{FF2B5EF4-FFF2-40B4-BE49-F238E27FC236}">
                <a16:creationId xmlns:a16="http://schemas.microsoft.com/office/drawing/2014/main" id="{0B5551C7-730D-3A5D-C5CD-57DCB6571C74}"/>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28F63AF5-6E68-1FFB-CF07-38741A874A24}"/>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359717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ADDA5-71B9-18D6-4FCC-37924CC8111B}"/>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C71CE7C7-650C-E90F-A056-6A315FBC3A3A}"/>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4" name="Footer Placeholder 3">
            <a:extLst>
              <a:ext uri="{FF2B5EF4-FFF2-40B4-BE49-F238E27FC236}">
                <a16:creationId xmlns:a16="http://schemas.microsoft.com/office/drawing/2014/main" id="{6DB8D80F-355B-7874-371B-5307D54E0EFF}"/>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045ACB1C-A2CB-7BD2-CC93-59B36C2CBDDA}"/>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1239889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CD1438-8DD1-2EA5-4CD8-63585867DA38}"/>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3" name="Footer Placeholder 2">
            <a:extLst>
              <a:ext uri="{FF2B5EF4-FFF2-40B4-BE49-F238E27FC236}">
                <a16:creationId xmlns:a16="http://schemas.microsoft.com/office/drawing/2014/main" id="{ED1D0243-5410-206E-80E7-C4211C4C44DA}"/>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B9B23905-1554-09DF-253F-3CC86824F00D}"/>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583779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D31AE-6AA2-182A-00EE-DC92DC1EB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CDF58D30-7CCE-C802-165C-913EE28B54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A4B17462-392F-A17D-8C5D-A6A8158E16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948A79-C240-FEC9-E997-ED96D3949A1A}"/>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6" name="Footer Placeholder 5">
            <a:extLst>
              <a:ext uri="{FF2B5EF4-FFF2-40B4-BE49-F238E27FC236}">
                <a16:creationId xmlns:a16="http://schemas.microsoft.com/office/drawing/2014/main" id="{00A3567E-0D9F-1D8B-4A3F-A437677843B4}"/>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49DCD9B9-7BAC-987C-B034-BCFE8F55FC25}"/>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3032314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A643-A299-AEE5-E994-5E8DC200CB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2DD411C1-665F-C9C6-C50B-65B2BC9B98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E12164A3-D0B4-6301-683A-0B0C9A18B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01860-8933-D032-51E4-762F7F46A4C7}"/>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6" name="Footer Placeholder 5">
            <a:extLst>
              <a:ext uri="{FF2B5EF4-FFF2-40B4-BE49-F238E27FC236}">
                <a16:creationId xmlns:a16="http://schemas.microsoft.com/office/drawing/2014/main" id="{03CB5705-38A5-14D1-35CA-0E5D14DC2CBA}"/>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FBAE551-B91E-26E7-B368-7C7F28020E05}"/>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1793060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78520-1B7C-40AC-A9DE-138EFA5DFE8F}"/>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5DCEF21A-A987-BDCB-0922-043682E635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D43816E2-4E89-DC99-1645-31E68EF1218F}"/>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5" name="Footer Placeholder 4">
            <a:extLst>
              <a:ext uri="{FF2B5EF4-FFF2-40B4-BE49-F238E27FC236}">
                <a16:creationId xmlns:a16="http://schemas.microsoft.com/office/drawing/2014/main" id="{42A2AA7C-FF00-CC72-826A-4AE8723D2385}"/>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19F2759A-B537-EE5C-EA52-E9B9767C9427}"/>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2032123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D22769-0334-60EA-50D5-C55E4E4E4C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51678C4D-F50D-7842-D263-032F64ECF5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97480DBA-E99C-0CE4-632D-0F82C6A5CCC8}"/>
              </a:ext>
            </a:extLst>
          </p:cNvPr>
          <p:cNvSpPr>
            <a:spLocks noGrp="1"/>
          </p:cNvSpPr>
          <p:nvPr>
            <p:ph type="dt" sz="half" idx="10"/>
          </p:nvPr>
        </p:nvSpPr>
        <p:spPr/>
        <p:txBody>
          <a:bodyPr/>
          <a:lstStyle/>
          <a:p>
            <a:fld id="{DCCC402D-880E-47E2-A255-30C14FE14143}" type="datetimeFigureOut">
              <a:rPr lang="en-BE" smtClean="0"/>
              <a:t>10/02/2025</a:t>
            </a:fld>
            <a:endParaRPr lang="en-BE"/>
          </a:p>
        </p:txBody>
      </p:sp>
      <p:sp>
        <p:nvSpPr>
          <p:cNvPr id="5" name="Footer Placeholder 4">
            <a:extLst>
              <a:ext uri="{FF2B5EF4-FFF2-40B4-BE49-F238E27FC236}">
                <a16:creationId xmlns:a16="http://schemas.microsoft.com/office/drawing/2014/main" id="{1A1EF032-BB18-6F4B-0A75-989F250C047A}"/>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7710460-567A-CB4F-7F89-9E8F9E3548E2}"/>
              </a:ext>
            </a:extLst>
          </p:cNvPr>
          <p:cNvSpPr>
            <a:spLocks noGrp="1"/>
          </p:cNvSpPr>
          <p:nvPr>
            <p:ph type="sldNum" sz="quarter" idx="12"/>
          </p:nvPr>
        </p:nvSpPr>
        <p:spPr/>
        <p:txBody>
          <a:bodyPr/>
          <a:lstStyle/>
          <a:p>
            <a:fld id="{689B4D7B-2ED7-4F44-9574-9795582A4ABB}" type="slidenum">
              <a:rPr lang="en-BE" smtClean="0"/>
              <a:t>‹#›</a:t>
            </a:fld>
            <a:endParaRPr lang="en-BE"/>
          </a:p>
        </p:txBody>
      </p:sp>
    </p:spTree>
    <p:extLst>
      <p:ext uri="{BB962C8B-B14F-4D97-AF65-F5344CB8AC3E}">
        <p14:creationId xmlns:p14="http://schemas.microsoft.com/office/powerpoint/2010/main" val="1889801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el + inhou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D73269-B985-8940-6471-60C19BED7F0E}"/>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5" name="Date Placeholder 4">
            <a:extLst>
              <a:ext uri="{FF2B5EF4-FFF2-40B4-BE49-F238E27FC236}">
                <a16:creationId xmlns:a16="http://schemas.microsoft.com/office/drawing/2014/main" id="{16474CFE-E0F7-3140-4108-44D7495C6722}"/>
              </a:ext>
            </a:extLst>
          </p:cNvPr>
          <p:cNvSpPr>
            <a:spLocks noGrp="1"/>
          </p:cNvSpPr>
          <p:nvPr>
            <p:ph type="dt" sz="half" idx="23"/>
          </p:nvPr>
        </p:nvSpPr>
        <p:spPr/>
        <p:txBody>
          <a:bodyPr/>
          <a:lstStyle/>
          <a:p>
            <a:fld id="{042AD5C7-A0B4-4BAF-A407-55E27D09B4B0}" type="datetime4">
              <a:rPr lang="en-US" smtClean="0"/>
              <a:t>October 2, 2025</a:t>
            </a:fld>
            <a:endParaRPr lang="en-BE"/>
          </a:p>
        </p:txBody>
      </p:sp>
      <p:sp>
        <p:nvSpPr>
          <p:cNvPr id="6" name="Footer Placeholder 5">
            <a:extLst>
              <a:ext uri="{FF2B5EF4-FFF2-40B4-BE49-F238E27FC236}">
                <a16:creationId xmlns:a16="http://schemas.microsoft.com/office/drawing/2014/main" id="{35498DE0-78F2-FC62-93AF-60F7A96796C0}"/>
              </a:ext>
            </a:extLst>
          </p:cNvPr>
          <p:cNvSpPr>
            <a:spLocks noGrp="1"/>
          </p:cNvSpPr>
          <p:nvPr>
            <p:ph type="ftr" sz="quarter" idx="24"/>
          </p:nvPr>
        </p:nvSpPr>
        <p:spPr/>
        <p:txBody>
          <a:bodyPr/>
          <a:lstStyle/>
          <a:p>
            <a:r>
              <a:rPr lang="en-GB"/>
              <a:t>Voettekst</a:t>
            </a:r>
            <a:endParaRPr lang="en-BE"/>
          </a:p>
        </p:txBody>
      </p:sp>
      <p:sp>
        <p:nvSpPr>
          <p:cNvPr id="7" name="Slide Number Placeholder 6">
            <a:extLst>
              <a:ext uri="{FF2B5EF4-FFF2-40B4-BE49-F238E27FC236}">
                <a16:creationId xmlns:a16="http://schemas.microsoft.com/office/drawing/2014/main" id="{CAFB9ABD-C563-61B1-6D71-EAABD486CCDC}"/>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4" name="Text Placeholder 9">
            <a:extLst>
              <a:ext uri="{FF2B5EF4-FFF2-40B4-BE49-F238E27FC236}">
                <a16:creationId xmlns:a16="http://schemas.microsoft.com/office/drawing/2014/main" id="{5DE3520F-B464-0DD1-1FF4-A471D8364B52}"/>
              </a:ext>
            </a:extLst>
          </p:cNvPr>
          <p:cNvSpPr>
            <a:spLocks noGrp="1"/>
          </p:cNvSpPr>
          <p:nvPr>
            <p:ph type="body" sz="quarter" idx="31" hasCustomPrompt="1"/>
          </p:nvPr>
        </p:nvSpPr>
        <p:spPr>
          <a:xfrm>
            <a:off x="515936" y="1628775"/>
            <a:ext cx="11160127"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3084741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A51C88-04FA-81AC-2F66-49D4C1761E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5325CF11-7D79-2677-7794-FEB2A4CCB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ED02FF7F-44F6-2029-8E06-6800C71DA2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CC402D-880E-47E2-A255-30C14FE14143}" type="datetimeFigureOut">
              <a:rPr lang="en-BE" smtClean="0"/>
              <a:t>10/02/2025</a:t>
            </a:fld>
            <a:endParaRPr lang="en-BE"/>
          </a:p>
        </p:txBody>
      </p:sp>
      <p:sp>
        <p:nvSpPr>
          <p:cNvPr id="5" name="Footer Placeholder 4">
            <a:extLst>
              <a:ext uri="{FF2B5EF4-FFF2-40B4-BE49-F238E27FC236}">
                <a16:creationId xmlns:a16="http://schemas.microsoft.com/office/drawing/2014/main" id="{51E6238A-D971-3529-9606-125FB18984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E2BBC93A-5FAC-B953-9850-27C7842C30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9B4D7B-2ED7-4F44-9574-9795582A4ABB}" type="slidenum">
              <a:rPr lang="en-BE" smtClean="0"/>
              <a:t>‹#›</a:t>
            </a:fld>
            <a:endParaRPr lang="en-BE"/>
          </a:p>
        </p:txBody>
      </p:sp>
    </p:spTree>
    <p:extLst>
      <p:ext uri="{BB962C8B-B14F-4D97-AF65-F5344CB8AC3E}">
        <p14:creationId xmlns:p14="http://schemas.microsoft.com/office/powerpoint/2010/main" val="13304850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hyperlink" Target="https://www.kaggle.com/datasets/hm-land-registry/uk-housing-prices-paid/data"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neso.energy/data-portal/historic-demand-data?page=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ky, cloud, outdoor, toy&#10;&#10;Description automatically generated">
            <a:extLst>
              <a:ext uri="{FF2B5EF4-FFF2-40B4-BE49-F238E27FC236}">
                <a16:creationId xmlns:a16="http://schemas.microsoft.com/office/drawing/2014/main" id="{236FB5D8-EEAE-D16D-1A36-6A02F91BCF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C70ED0B-BD55-C6CB-1E78-951561FAAF8F}"/>
              </a:ext>
            </a:extLst>
          </p:cNvPr>
          <p:cNvSpPr>
            <a:spLocks noGrp="1"/>
          </p:cNvSpPr>
          <p:nvPr>
            <p:ph type="ctrTitle"/>
          </p:nvPr>
        </p:nvSpPr>
        <p:spPr>
          <a:xfrm>
            <a:off x="1524000" y="3845243"/>
            <a:ext cx="9144000" cy="2387600"/>
          </a:xfrm>
        </p:spPr>
        <p:txBody>
          <a:bodyPr/>
          <a:lstStyle/>
          <a:p>
            <a:r>
              <a:rPr lang="en-US" dirty="0">
                <a:solidFill>
                  <a:schemeClr val="accent1">
                    <a:lumMod val="75000"/>
                  </a:schemeClr>
                </a:solidFill>
              </a:rPr>
              <a:t>Machine learning - AWS</a:t>
            </a:r>
            <a:endParaRPr lang="en-BE" dirty="0">
              <a:solidFill>
                <a:schemeClr val="accent1">
                  <a:lumMod val="75000"/>
                </a:schemeClr>
              </a:solidFill>
            </a:endParaRPr>
          </a:p>
        </p:txBody>
      </p:sp>
      <p:sp>
        <p:nvSpPr>
          <p:cNvPr id="3" name="Subtitle 2">
            <a:extLst>
              <a:ext uri="{FF2B5EF4-FFF2-40B4-BE49-F238E27FC236}">
                <a16:creationId xmlns:a16="http://schemas.microsoft.com/office/drawing/2014/main" id="{64FE4582-9257-0596-AA7B-AFF7B9EFD542}"/>
              </a:ext>
            </a:extLst>
          </p:cNvPr>
          <p:cNvSpPr>
            <a:spLocks noGrp="1"/>
          </p:cNvSpPr>
          <p:nvPr>
            <p:ph type="subTitle" idx="1"/>
          </p:nvPr>
        </p:nvSpPr>
        <p:spPr>
          <a:xfrm>
            <a:off x="1524000" y="6055360"/>
            <a:ext cx="9144000" cy="490062"/>
          </a:xfrm>
        </p:spPr>
        <p:txBody>
          <a:bodyPr/>
          <a:lstStyle/>
          <a:p>
            <a:r>
              <a:rPr lang="en-US" dirty="0">
                <a:solidFill>
                  <a:schemeClr val="accent1">
                    <a:lumMod val="75000"/>
                  </a:schemeClr>
                </a:solidFill>
              </a:rPr>
              <a:t>About this part of the course</a:t>
            </a:r>
            <a:endParaRPr lang="en-BE" dirty="0">
              <a:solidFill>
                <a:schemeClr val="accent1">
                  <a:lumMod val="75000"/>
                </a:schemeClr>
              </a:solidFill>
            </a:endParaRPr>
          </a:p>
        </p:txBody>
      </p:sp>
    </p:spTree>
    <p:extLst>
      <p:ext uri="{BB962C8B-B14F-4D97-AF65-F5344CB8AC3E}">
        <p14:creationId xmlns:p14="http://schemas.microsoft.com/office/powerpoint/2010/main" val="94562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AD60EAFC-9ACF-E67C-F349-3CDEE6A6A5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5364" y="1690688"/>
            <a:ext cx="5346636" cy="4351339"/>
          </a:xfrm>
          <a:prstGeom prst="rect">
            <a:avLst/>
          </a:prstGeom>
        </p:spPr>
      </p:pic>
      <p:sp>
        <p:nvSpPr>
          <p:cNvPr id="2" name="Title 1">
            <a:extLst>
              <a:ext uri="{FF2B5EF4-FFF2-40B4-BE49-F238E27FC236}">
                <a16:creationId xmlns:a16="http://schemas.microsoft.com/office/drawing/2014/main" id="{938BE494-F944-520A-EF5F-9E20658BE0C2}"/>
              </a:ext>
            </a:extLst>
          </p:cNvPr>
          <p:cNvSpPr>
            <a:spLocks noGrp="1"/>
          </p:cNvSpPr>
          <p:nvPr>
            <p:ph type="title"/>
          </p:nvPr>
        </p:nvSpPr>
        <p:spPr/>
        <p:txBody>
          <a:bodyPr/>
          <a:lstStyle/>
          <a:p>
            <a:r>
              <a:rPr lang="en-US" dirty="0"/>
              <a:t>Course goals</a:t>
            </a:r>
            <a:endParaRPr lang="en-BE" dirty="0"/>
          </a:p>
        </p:txBody>
      </p:sp>
      <p:sp>
        <p:nvSpPr>
          <p:cNvPr id="3" name="Content Placeholder 2">
            <a:extLst>
              <a:ext uri="{FF2B5EF4-FFF2-40B4-BE49-F238E27FC236}">
                <a16:creationId xmlns:a16="http://schemas.microsoft.com/office/drawing/2014/main" id="{919F0559-8662-C0E0-9401-BB90736E475C}"/>
              </a:ext>
            </a:extLst>
          </p:cNvPr>
          <p:cNvSpPr>
            <a:spLocks noGrp="1"/>
          </p:cNvSpPr>
          <p:nvPr>
            <p:ph idx="1"/>
          </p:nvPr>
        </p:nvSpPr>
        <p:spPr>
          <a:xfrm>
            <a:off x="838200" y="1825625"/>
            <a:ext cx="6497320" cy="4351338"/>
          </a:xfrm>
        </p:spPr>
        <p:txBody>
          <a:bodyPr/>
          <a:lstStyle/>
          <a:p>
            <a:r>
              <a:rPr lang="en-US" dirty="0"/>
              <a:t>Data science: course in 2ITF</a:t>
            </a:r>
          </a:p>
          <a:p>
            <a:r>
              <a:rPr lang="en-US" dirty="0"/>
              <a:t>AI: course in 2ITF</a:t>
            </a:r>
          </a:p>
          <a:p>
            <a:r>
              <a:rPr lang="en-US" dirty="0"/>
              <a:t>Machine learning: focus of this course</a:t>
            </a:r>
            <a:br>
              <a:rPr lang="en-US" dirty="0"/>
            </a:br>
            <a:r>
              <a:rPr lang="en-US" dirty="0"/>
              <a:t>(AI on structured data, but we’ll be doing more than just that)</a:t>
            </a:r>
          </a:p>
          <a:p>
            <a:r>
              <a:rPr lang="en-US" dirty="0"/>
              <a:t>Deep learning and NLP: the rest of this course</a:t>
            </a:r>
          </a:p>
        </p:txBody>
      </p:sp>
    </p:spTree>
    <p:extLst>
      <p:ext uri="{BB962C8B-B14F-4D97-AF65-F5344CB8AC3E}">
        <p14:creationId xmlns:p14="http://schemas.microsoft.com/office/powerpoint/2010/main" val="394370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7AEA1-E8D8-566E-681D-D449DA7D432E}"/>
              </a:ext>
            </a:extLst>
          </p:cNvPr>
          <p:cNvSpPr>
            <a:spLocks noGrp="1"/>
          </p:cNvSpPr>
          <p:nvPr>
            <p:ph type="title"/>
          </p:nvPr>
        </p:nvSpPr>
        <p:spPr/>
        <p:txBody>
          <a:bodyPr/>
          <a:lstStyle/>
          <a:p>
            <a:r>
              <a:rPr lang="en-US" dirty="0"/>
              <a:t>Cloud</a:t>
            </a:r>
            <a:endParaRPr lang="en-BE" dirty="0"/>
          </a:p>
        </p:txBody>
      </p:sp>
      <p:sp>
        <p:nvSpPr>
          <p:cNvPr id="3" name="Content Placeholder 2">
            <a:extLst>
              <a:ext uri="{FF2B5EF4-FFF2-40B4-BE49-F238E27FC236}">
                <a16:creationId xmlns:a16="http://schemas.microsoft.com/office/drawing/2014/main" id="{6C9B6BF9-B8B8-57A5-9DB1-4748C0FDC6F9}"/>
              </a:ext>
            </a:extLst>
          </p:cNvPr>
          <p:cNvSpPr>
            <a:spLocks noGrp="1"/>
          </p:cNvSpPr>
          <p:nvPr>
            <p:ph idx="1"/>
          </p:nvPr>
        </p:nvSpPr>
        <p:spPr>
          <a:xfrm>
            <a:off x="838200" y="1814867"/>
            <a:ext cx="6997382" cy="4351338"/>
          </a:xfrm>
        </p:spPr>
        <p:txBody>
          <a:bodyPr>
            <a:normAutofit fontScale="92500" lnSpcReduction="10000"/>
          </a:bodyPr>
          <a:lstStyle/>
          <a:p>
            <a:r>
              <a:rPr lang="en-US" dirty="0"/>
              <a:t>The cloud is important</a:t>
            </a:r>
          </a:p>
          <a:p>
            <a:r>
              <a:rPr lang="en-US" dirty="0"/>
              <a:t>This course uses an AWS-academy course</a:t>
            </a:r>
          </a:p>
          <a:p>
            <a:r>
              <a:rPr lang="en-US" dirty="0"/>
              <a:t>You’ll do about half of that course, joined with slides on the ‘regular’ canvas course</a:t>
            </a:r>
          </a:p>
          <a:p>
            <a:r>
              <a:rPr lang="en-US" dirty="0"/>
              <a:t>When studying:</a:t>
            </a:r>
          </a:p>
          <a:p>
            <a:pPr lvl="1"/>
            <a:r>
              <a:rPr lang="en-US" dirty="0"/>
              <a:t>Start from the Thomas More-slides</a:t>
            </a:r>
          </a:p>
          <a:p>
            <a:pPr lvl="1"/>
            <a:r>
              <a:rPr lang="en-US" dirty="0"/>
              <a:t>Do the AWS-course as by the planning on the next slide</a:t>
            </a:r>
          </a:p>
          <a:p>
            <a:endParaRPr lang="en-US" dirty="0"/>
          </a:p>
          <a:p>
            <a:r>
              <a:rPr lang="en-US" dirty="0"/>
              <a:t>The goal of using AWS is to get to know </a:t>
            </a:r>
            <a:r>
              <a:rPr lang="en-US" dirty="0" err="1"/>
              <a:t>Sagemaker</a:t>
            </a:r>
            <a:r>
              <a:rPr lang="en-US" dirty="0"/>
              <a:t> and S3 buckets</a:t>
            </a:r>
            <a:endParaRPr lang="en-BE" dirty="0"/>
          </a:p>
        </p:txBody>
      </p:sp>
      <p:pic>
        <p:nvPicPr>
          <p:cNvPr id="5" name="Picture 4" descr="A picture containing text, clipart&#10;&#10;Description automatically generated">
            <a:extLst>
              <a:ext uri="{FF2B5EF4-FFF2-40B4-BE49-F238E27FC236}">
                <a16:creationId xmlns:a16="http://schemas.microsoft.com/office/drawing/2014/main" id="{C274E7A2-8235-C448-BF1E-D1B073B31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5582" y="1490662"/>
            <a:ext cx="3876675" cy="3876675"/>
          </a:xfrm>
          <a:prstGeom prst="rect">
            <a:avLst/>
          </a:prstGeom>
        </p:spPr>
      </p:pic>
    </p:spTree>
    <p:extLst>
      <p:ext uri="{BB962C8B-B14F-4D97-AF65-F5344CB8AC3E}">
        <p14:creationId xmlns:p14="http://schemas.microsoft.com/office/powerpoint/2010/main" val="168146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DC66-7E69-C4EB-778D-12FA26F4C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9431F-F3F3-7344-18C2-041B34153392}"/>
              </a:ext>
            </a:extLst>
          </p:cNvPr>
          <p:cNvSpPr>
            <a:spLocks noGrp="1"/>
          </p:cNvSpPr>
          <p:nvPr>
            <p:ph type="title"/>
          </p:nvPr>
        </p:nvSpPr>
        <p:spPr/>
        <p:txBody>
          <a:bodyPr/>
          <a:lstStyle/>
          <a:p>
            <a:r>
              <a:rPr lang="en-US" dirty="0"/>
              <a:t>Cloud</a:t>
            </a:r>
            <a:endParaRPr lang="en-BE" dirty="0"/>
          </a:p>
        </p:txBody>
      </p:sp>
      <p:sp>
        <p:nvSpPr>
          <p:cNvPr id="3" name="Content Placeholder 2">
            <a:extLst>
              <a:ext uri="{FF2B5EF4-FFF2-40B4-BE49-F238E27FC236}">
                <a16:creationId xmlns:a16="http://schemas.microsoft.com/office/drawing/2014/main" id="{C1AB5DB4-9F2D-88CB-C647-F3E50B0935F8}"/>
              </a:ext>
            </a:extLst>
          </p:cNvPr>
          <p:cNvSpPr>
            <a:spLocks noGrp="1"/>
          </p:cNvSpPr>
          <p:nvPr>
            <p:ph idx="1"/>
          </p:nvPr>
        </p:nvSpPr>
        <p:spPr>
          <a:xfrm>
            <a:off x="838200" y="1814867"/>
            <a:ext cx="6997382" cy="4351338"/>
          </a:xfrm>
        </p:spPr>
        <p:txBody>
          <a:bodyPr>
            <a:normAutofit fontScale="92500" lnSpcReduction="10000"/>
          </a:bodyPr>
          <a:lstStyle/>
          <a:p>
            <a:r>
              <a:rPr lang="en-US" dirty="0"/>
              <a:t>Do the chapters on AWS after the lessons in class (before the next lesson)</a:t>
            </a:r>
          </a:p>
          <a:p>
            <a:r>
              <a:rPr lang="en-US" dirty="0"/>
              <a:t>Make sure you get a passing grade on the end-of-chapter-test</a:t>
            </a:r>
          </a:p>
          <a:p>
            <a:pPr lvl="1"/>
            <a:r>
              <a:rPr lang="en-US" dirty="0"/>
              <a:t>You can redo the test as often as you like</a:t>
            </a:r>
          </a:p>
          <a:p>
            <a:r>
              <a:rPr lang="en-US" dirty="0"/>
              <a:t>Planning:</a:t>
            </a:r>
          </a:p>
          <a:p>
            <a:pPr lvl="1"/>
            <a:r>
              <a:rPr lang="en-US" dirty="0"/>
              <a:t>Week 1: chapter 1 and 2</a:t>
            </a:r>
          </a:p>
          <a:p>
            <a:pPr lvl="1"/>
            <a:r>
              <a:rPr lang="en-US" dirty="0"/>
              <a:t>Week 2: chapter 3</a:t>
            </a:r>
          </a:p>
          <a:p>
            <a:pPr lvl="1"/>
            <a:r>
              <a:rPr lang="en-US" dirty="0"/>
              <a:t>Week 4: chapter 4</a:t>
            </a:r>
          </a:p>
          <a:p>
            <a:r>
              <a:rPr lang="en-US" dirty="0"/>
              <a:t>The other chapters are optional</a:t>
            </a:r>
          </a:p>
          <a:p>
            <a:pPr lvl="1"/>
            <a:r>
              <a:rPr lang="en-GB" dirty="0"/>
              <a:t>The content is covered by the other teachers in </a:t>
            </a:r>
            <a:r>
              <a:rPr lang="en-GB"/>
              <a:t>this course</a:t>
            </a:r>
            <a:endParaRPr lang="en-BE" dirty="0"/>
          </a:p>
        </p:txBody>
      </p:sp>
      <p:pic>
        <p:nvPicPr>
          <p:cNvPr id="5" name="Picture 4" descr="A picture containing text, clipart&#10;&#10;Description automatically generated">
            <a:extLst>
              <a:ext uri="{FF2B5EF4-FFF2-40B4-BE49-F238E27FC236}">
                <a16:creationId xmlns:a16="http://schemas.microsoft.com/office/drawing/2014/main" id="{2AD0C581-64E1-857F-1BCE-5F6577DEE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5582" y="1490662"/>
            <a:ext cx="3876675" cy="3876675"/>
          </a:xfrm>
          <a:prstGeom prst="rect">
            <a:avLst/>
          </a:prstGeom>
        </p:spPr>
      </p:pic>
    </p:spTree>
    <p:extLst>
      <p:ext uri="{BB962C8B-B14F-4D97-AF65-F5344CB8AC3E}">
        <p14:creationId xmlns:p14="http://schemas.microsoft.com/office/powerpoint/2010/main" val="3930691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27ACF-3137-EC0A-4450-B773E7709CCD}"/>
              </a:ext>
            </a:extLst>
          </p:cNvPr>
          <p:cNvSpPr>
            <a:spLocks noGrp="1"/>
          </p:cNvSpPr>
          <p:nvPr>
            <p:ph type="title"/>
          </p:nvPr>
        </p:nvSpPr>
        <p:spPr/>
        <p:txBody>
          <a:bodyPr/>
          <a:lstStyle/>
          <a:p>
            <a:r>
              <a:rPr lang="en-US" dirty="0"/>
              <a:t>Course layout</a:t>
            </a:r>
            <a:endParaRPr lang="en-BE" dirty="0"/>
          </a:p>
        </p:txBody>
      </p:sp>
      <p:sp>
        <p:nvSpPr>
          <p:cNvPr id="3" name="Content Placeholder 2">
            <a:extLst>
              <a:ext uri="{FF2B5EF4-FFF2-40B4-BE49-F238E27FC236}">
                <a16:creationId xmlns:a16="http://schemas.microsoft.com/office/drawing/2014/main" id="{03F756A6-83ED-3C39-E5C1-D0CD6CA1BF6A}"/>
              </a:ext>
            </a:extLst>
          </p:cNvPr>
          <p:cNvSpPr>
            <a:spLocks noGrp="1"/>
          </p:cNvSpPr>
          <p:nvPr>
            <p:ph idx="1"/>
          </p:nvPr>
        </p:nvSpPr>
        <p:spPr/>
        <p:txBody>
          <a:bodyPr>
            <a:normAutofit lnSpcReduction="10000"/>
          </a:bodyPr>
          <a:lstStyle/>
          <a:p>
            <a:r>
              <a:rPr lang="en-US" dirty="0"/>
              <a:t>6 half days:</a:t>
            </a:r>
          </a:p>
          <a:p>
            <a:pPr lvl="1"/>
            <a:r>
              <a:rPr lang="en-US" dirty="0"/>
              <a:t>Data science recap, AWS basic, AWS </a:t>
            </a:r>
            <a:r>
              <a:rPr lang="en-US" dirty="0" err="1"/>
              <a:t>sagemaker</a:t>
            </a:r>
            <a:endParaRPr lang="en-US" dirty="0"/>
          </a:p>
          <a:p>
            <a:pPr lvl="1"/>
            <a:r>
              <a:rPr lang="en-US" dirty="0"/>
              <a:t>AWS and machine learning</a:t>
            </a:r>
          </a:p>
          <a:p>
            <a:pPr lvl="1"/>
            <a:r>
              <a:rPr lang="en-US" dirty="0" err="1"/>
              <a:t>MLOps</a:t>
            </a:r>
            <a:r>
              <a:rPr lang="en-US" dirty="0"/>
              <a:t> (</a:t>
            </a:r>
            <a:r>
              <a:rPr lang="en-US" dirty="0" err="1"/>
              <a:t>sagemaker</a:t>
            </a:r>
            <a:r>
              <a:rPr lang="en-US" dirty="0"/>
              <a:t>, pipelines, ML Flow), </a:t>
            </a:r>
            <a:r>
              <a:rPr lang="en-US" dirty="0" err="1"/>
              <a:t>AutoML</a:t>
            </a:r>
            <a:r>
              <a:rPr lang="en-US" dirty="0"/>
              <a:t> and </a:t>
            </a:r>
            <a:r>
              <a:rPr lang="en-US" dirty="0" err="1"/>
              <a:t>PyCaret</a:t>
            </a:r>
            <a:endParaRPr lang="en-US" dirty="0"/>
          </a:p>
          <a:p>
            <a:pPr lvl="1"/>
            <a:r>
              <a:rPr lang="en-US" dirty="0"/>
              <a:t>Time series and forecasting</a:t>
            </a:r>
          </a:p>
          <a:p>
            <a:pPr lvl="1"/>
            <a:r>
              <a:rPr lang="en-US" dirty="0"/>
              <a:t>Unsupervised learning</a:t>
            </a:r>
          </a:p>
          <a:p>
            <a:pPr lvl="1"/>
            <a:r>
              <a:rPr lang="en-US" dirty="0"/>
              <a:t>Project work</a:t>
            </a:r>
          </a:p>
          <a:p>
            <a:r>
              <a:rPr lang="en-US" dirty="0"/>
              <a:t>The project:</a:t>
            </a:r>
          </a:p>
          <a:p>
            <a:pPr lvl="1"/>
            <a:r>
              <a:rPr lang="en-US" dirty="0"/>
              <a:t>Do AI and advanced data science on an elaborate dataset</a:t>
            </a:r>
          </a:p>
          <a:p>
            <a:pPr lvl="1"/>
            <a:r>
              <a:rPr lang="en-US" dirty="0"/>
              <a:t>Do time series forecasting on another dataset (pass/fail and excelling)</a:t>
            </a:r>
          </a:p>
          <a:p>
            <a:pPr lvl="1"/>
            <a:r>
              <a:rPr lang="en-US" dirty="0"/>
              <a:t>Model preparation and hosting</a:t>
            </a:r>
          </a:p>
        </p:txBody>
      </p:sp>
    </p:spTree>
    <p:extLst>
      <p:ext uri="{BB962C8B-B14F-4D97-AF65-F5344CB8AC3E}">
        <p14:creationId xmlns:p14="http://schemas.microsoft.com/office/powerpoint/2010/main" val="191612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64B57-32D5-CD03-5B22-1252C321C123}"/>
              </a:ext>
            </a:extLst>
          </p:cNvPr>
          <p:cNvSpPr>
            <a:spLocks noGrp="1"/>
          </p:cNvSpPr>
          <p:nvPr>
            <p:ph type="title"/>
          </p:nvPr>
        </p:nvSpPr>
        <p:spPr/>
        <p:txBody>
          <a:bodyPr/>
          <a:lstStyle/>
          <a:p>
            <a:r>
              <a:rPr lang="en-US" dirty="0"/>
              <a:t>The exam</a:t>
            </a:r>
            <a:endParaRPr lang="en-BE" dirty="0"/>
          </a:p>
        </p:txBody>
      </p:sp>
      <p:sp>
        <p:nvSpPr>
          <p:cNvPr id="3" name="Content Placeholder 2">
            <a:extLst>
              <a:ext uri="{FF2B5EF4-FFF2-40B4-BE49-F238E27FC236}">
                <a16:creationId xmlns:a16="http://schemas.microsoft.com/office/drawing/2014/main" id="{F0767FAB-59D4-FFC6-614F-02507EFD7998}"/>
              </a:ext>
            </a:extLst>
          </p:cNvPr>
          <p:cNvSpPr>
            <a:spLocks noGrp="1"/>
          </p:cNvSpPr>
          <p:nvPr>
            <p:ph idx="1"/>
          </p:nvPr>
        </p:nvSpPr>
        <p:spPr/>
        <p:txBody>
          <a:bodyPr>
            <a:normAutofit lnSpcReduction="10000"/>
          </a:bodyPr>
          <a:lstStyle/>
          <a:p>
            <a:r>
              <a:rPr lang="en-US" dirty="0"/>
              <a:t>Project deadline: Monday </a:t>
            </a:r>
            <a:r>
              <a:rPr lang="en-US" b="1" dirty="0"/>
              <a:t>24-nov-2025, midnight</a:t>
            </a:r>
          </a:p>
          <a:p>
            <a:pPr lvl="1"/>
            <a:r>
              <a:rPr lang="en-US" dirty="0"/>
              <a:t>Just after the Skil 3 project week. Don’t expect to have a lot of extra time during that week.</a:t>
            </a:r>
          </a:p>
          <a:p>
            <a:r>
              <a:rPr lang="en-US" dirty="0"/>
              <a:t>Friday after that: presentations (schedule TBD)</a:t>
            </a:r>
          </a:p>
          <a:p>
            <a:pPr lvl="1"/>
            <a:r>
              <a:rPr lang="en-US" dirty="0"/>
              <a:t>Present findings, open questions on the method used and the course material</a:t>
            </a:r>
          </a:p>
          <a:p>
            <a:r>
              <a:rPr lang="en-US" dirty="0"/>
              <a:t>Grading:</a:t>
            </a:r>
          </a:p>
          <a:p>
            <a:pPr lvl="1"/>
            <a:r>
              <a:rPr lang="en-US" dirty="0"/>
              <a:t>Project: 20% of final grade</a:t>
            </a:r>
          </a:p>
          <a:p>
            <a:pPr lvl="2"/>
            <a:r>
              <a:rPr lang="en-US" dirty="0"/>
              <a:t>Retained in August!</a:t>
            </a:r>
          </a:p>
          <a:p>
            <a:pPr lvl="1"/>
            <a:r>
              <a:rPr lang="en-US" dirty="0">
                <a:solidFill>
                  <a:schemeClr val="bg1">
                    <a:lumMod val="75000"/>
                  </a:schemeClr>
                </a:solidFill>
              </a:rPr>
              <a:t>Other projects: 40% of final grade</a:t>
            </a:r>
          </a:p>
          <a:p>
            <a:pPr lvl="1"/>
            <a:r>
              <a:rPr lang="en-US" dirty="0"/>
              <a:t>Closed book exam: 40% of final grade</a:t>
            </a:r>
          </a:p>
          <a:p>
            <a:pPr lvl="2"/>
            <a:r>
              <a:rPr lang="en-US" dirty="0"/>
              <a:t>Of which 1/3 are machine learning-related questions</a:t>
            </a:r>
          </a:p>
          <a:p>
            <a:endParaRPr lang="en-US" dirty="0"/>
          </a:p>
          <a:p>
            <a:pPr lvl="1"/>
            <a:endParaRPr lang="en-BE" dirty="0"/>
          </a:p>
        </p:txBody>
      </p:sp>
    </p:spTree>
    <p:extLst>
      <p:ext uri="{BB962C8B-B14F-4D97-AF65-F5344CB8AC3E}">
        <p14:creationId xmlns:p14="http://schemas.microsoft.com/office/powerpoint/2010/main" val="2763235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4BFCE-2973-214A-5C62-3406ECF6777B}"/>
              </a:ext>
            </a:extLst>
          </p:cNvPr>
          <p:cNvSpPr>
            <a:spLocks noGrp="1"/>
          </p:cNvSpPr>
          <p:nvPr>
            <p:ph type="title"/>
          </p:nvPr>
        </p:nvSpPr>
        <p:spPr>
          <a:xfrm>
            <a:off x="515937" y="171069"/>
            <a:ext cx="11160125" cy="1116012"/>
          </a:xfrm>
        </p:spPr>
        <p:txBody>
          <a:bodyPr/>
          <a:lstStyle/>
          <a:p>
            <a:r>
              <a:rPr lang="en-US" dirty="0"/>
              <a:t>AI Assessment Scale – PE 60%</a:t>
            </a:r>
          </a:p>
        </p:txBody>
      </p:sp>
      <p:sp>
        <p:nvSpPr>
          <p:cNvPr id="3" name="Slide Number Placeholder 2">
            <a:extLst>
              <a:ext uri="{FF2B5EF4-FFF2-40B4-BE49-F238E27FC236}">
                <a16:creationId xmlns:a16="http://schemas.microsoft.com/office/drawing/2014/main" id="{B018682B-43A9-2A52-AE70-1B489A243C1D}"/>
              </a:ext>
            </a:extLst>
          </p:cNvPr>
          <p:cNvSpPr>
            <a:spLocks noGrp="1"/>
          </p:cNvSpPr>
          <p:nvPr>
            <p:ph type="sldNum" sz="quarter" idx="25"/>
          </p:nvPr>
        </p:nvSpPr>
        <p:spPr/>
        <p:txBody>
          <a:bodyPr/>
          <a:lstStyle/>
          <a:p>
            <a:fld id="{8B70248A-FD0F-534C-919E-E8EB9B0FC062}" type="slidenum">
              <a:rPr lang="en-BE" smtClean="0"/>
              <a:pPr/>
              <a:t>7</a:t>
            </a:fld>
            <a:endParaRPr lang="en-BE"/>
          </a:p>
        </p:txBody>
      </p:sp>
      <p:sp>
        <p:nvSpPr>
          <p:cNvPr id="4" name="Text Placeholder 3">
            <a:extLst>
              <a:ext uri="{FF2B5EF4-FFF2-40B4-BE49-F238E27FC236}">
                <a16:creationId xmlns:a16="http://schemas.microsoft.com/office/drawing/2014/main" id="{710F75C6-589D-91B2-D77A-0A47732D7F0C}"/>
              </a:ext>
            </a:extLst>
          </p:cNvPr>
          <p:cNvSpPr>
            <a:spLocks noGrp="1"/>
          </p:cNvSpPr>
          <p:nvPr>
            <p:ph type="body" sz="quarter" idx="31"/>
          </p:nvPr>
        </p:nvSpPr>
        <p:spPr/>
        <p:txBody>
          <a:bodyPr/>
          <a:lstStyle/>
          <a:p>
            <a:endParaRPr lang="en-US"/>
          </a:p>
        </p:txBody>
      </p:sp>
      <p:pic>
        <p:nvPicPr>
          <p:cNvPr id="6" name="Picture 5">
            <a:extLst>
              <a:ext uri="{FF2B5EF4-FFF2-40B4-BE49-F238E27FC236}">
                <a16:creationId xmlns:a16="http://schemas.microsoft.com/office/drawing/2014/main" id="{5272557F-B2FF-CD36-31C8-673C5F89565A}"/>
              </a:ext>
            </a:extLst>
          </p:cNvPr>
          <p:cNvPicPr>
            <a:picLocks noChangeAspect="1"/>
          </p:cNvPicPr>
          <p:nvPr/>
        </p:nvPicPr>
        <p:blipFill>
          <a:blip r:embed="rId2"/>
          <a:stretch>
            <a:fillRect/>
          </a:stretch>
        </p:blipFill>
        <p:spPr>
          <a:xfrm>
            <a:off x="0" y="1064525"/>
            <a:ext cx="7505700" cy="5793476"/>
          </a:xfrm>
          <a:prstGeom prst="rect">
            <a:avLst/>
          </a:prstGeom>
        </p:spPr>
      </p:pic>
      <p:pic>
        <p:nvPicPr>
          <p:cNvPr id="8" name="Picture 7" descr="A purple circle with white text and a square with a square and a square with a square in the center&#10;&#10;AI-generated content may be incorrect.">
            <a:extLst>
              <a:ext uri="{FF2B5EF4-FFF2-40B4-BE49-F238E27FC236}">
                <a16:creationId xmlns:a16="http://schemas.microsoft.com/office/drawing/2014/main" id="{5EBBF458-F4F5-6165-4DFB-EF6A2587CE72}"/>
              </a:ext>
            </a:extLst>
          </p:cNvPr>
          <p:cNvPicPr>
            <a:picLocks noChangeAspect="1"/>
          </p:cNvPicPr>
          <p:nvPr/>
        </p:nvPicPr>
        <p:blipFill>
          <a:blip r:embed="rId3"/>
          <a:stretch>
            <a:fillRect/>
          </a:stretch>
        </p:blipFill>
        <p:spPr>
          <a:xfrm>
            <a:off x="6908038" y="1582979"/>
            <a:ext cx="5283961" cy="5275021"/>
          </a:xfrm>
          <a:prstGeom prst="rect">
            <a:avLst/>
          </a:prstGeom>
        </p:spPr>
      </p:pic>
    </p:spTree>
    <p:extLst>
      <p:ext uri="{BB962C8B-B14F-4D97-AF65-F5344CB8AC3E}">
        <p14:creationId xmlns:p14="http://schemas.microsoft.com/office/powerpoint/2010/main" val="1879142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F344-8EEB-E7D7-AEE4-50C367E5CB10}"/>
              </a:ext>
            </a:extLst>
          </p:cNvPr>
          <p:cNvSpPr>
            <a:spLocks noGrp="1"/>
          </p:cNvSpPr>
          <p:nvPr>
            <p:ph type="title"/>
          </p:nvPr>
        </p:nvSpPr>
        <p:spPr/>
        <p:txBody>
          <a:bodyPr/>
          <a:lstStyle/>
          <a:p>
            <a:r>
              <a:rPr lang="en-US" dirty="0"/>
              <a:t>About the slides</a:t>
            </a:r>
            <a:endParaRPr lang="en-BE" dirty="0"/>
          </a:p>
        </p:txBody>
      </p:sp>
      <p:sp>
        <p:nvSpPr>
          <p:cNvPr id="3" name="Content Placeholder 2">
            <a:extLst>
              <a:ext uri="{FF2B5EF4-FFF2-40B4-BE49-F238E27FC236}">
                <a16:creationId xmlns:a16="http://schemas.microsoft.com/office/drawing/2014/main" id="{D0C9C61B-F6A2-066F-CE25-B1521DCB64B9}"/>
              </a:ext>
            </a:extLst>
          </p:cNvPr>
          <p:cNvSpPr>
            <a:spLocks noGrp="1"/>
          </p:cNvSpPr>
          <p:nvPr>
            <p:ph idx="1"/>
          </p:nvPr>
        </p:nvSpPr>
        <p:spPr/>
        <p:txBody>
          <a:bodyPr>
            <a:normAutofit/>
          </a:bodyPr>
          <a:lstStyle/>
          <a:p>
            <a:r>
              <a:rPr lang="en-US" dirty="0"/>
              <a:t>The central guideline in this course</a:t>
            </a:r>
          </a:p>
          <a:p>
            <a:pPr lvl="1"/>
            <a:r>
              <a:rPr lang="en-US" dirty="0"/>
              <a:t>Refers to AWS-course or other external</a:t>
            </a:r>
          </a:p>
          <a:p>
            <a:pPr lvl="1"/>
            <a:r>
              <a:rPr lang="en-US" dirty="0"/>
              <a:t>Not numbered per class (week 1 is not necessarily ppt </a:t>
            </a:r>
            <a:r>
              <a:rPr lang="en-US"/>
              <a:t>1)</a:t>
            </a:r>
            <a:endParaRPr lang="en-US" dirty="0"/>
          </a:p>
          <a:p>
            <a:r>
              <a:rPr lang="en-US" dirty="0"/>
              <a:t>Not a good example for your final presentation</a:t>
            </a:r>
          </a:p>
          <a:p>
            <a:pPr lvl="1"/>
            <a:r>
              <a:rPr lang="en-US" dirty="0"/>
              <a:t>Your final presentation: sell yourself (or your project) to a jury</a:t>
            </a:r>
          </a:p>
          <a:p>
            <a:pPr lvl="1"/>
            <a:r>
              <a:rPr lang="en-US" dirty="0"/>
              <a:t>These presentations: course material, not selling anything</a:t>
            </a:r>
          </a:p>
          <a:p>
            <a:r>
              <a:rPr lang="en-US" dirty="0"/>
              <a:t>Don’t forget the notes, sometimes they contain more information or useful links</a:t>
            </a:r>
          </a:p>
        </p:txBody>
      </p:sp>
    </p:spTree>
    <p:extLst>
      <p:ext uri="{BB962C8B-B14F-4D97-AF65-F5344CB8AC3E}">
        <p14:creationId xmlns:p14="http://schemas.microsoft.com/office/powerpoint/2010/main" val="4079949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886BD-AEB8-93A0-D7D0-B6866BB548FB}"/>
              </a:ext>
            </a:extLst>
          </p:cNvPr>
          <p:cNvSpPr>
            <a:spLocks noGrp="1"/>
          </p:cNvSpPr>
          <p:nvPr>
            <p:ph type="title"/>
          </p:nvPr>
        </p:nvSpPr>
        <p:spPr/>
        <p:txBody>
          <a:bodyPr/>
          <a:lstStyle/>
          <a:p>
            <a:r>
              <a:rPr lang="en-US" dirty="0"/>
              <a:t>About the slides</a:t>
            </a:r>
            <a:endParaRPr lang="en-BE" dirty="0"/>
          </a:p>
        </p:txBody>
      </p:sp>
      <p:sp>
        <p:nvSpPr>
          <p:cNvPr id="3" name="Content Placeholder 2">
            <a:extLst>
              <a:ext uri="{FF2B5EF4-FFF2-40B4-BE49-F238E27FC236}">
                <a16:creationId xmlns:a16="http://schemas.microsoft.com/office/drawing/2014/main" id="{1FA026EB-F47D-F29C-37A2-487A7886AB3D}"/>
              </a:ext>
            </a:extLst>
          </p:cNvPr>
          <p:cNvSpPr>
            <a:spLocks noGrp="1"/>
          </p:cNvSpPr>
          <p:nvPr>
            <p:ph idx="1"/>
          </p:nvPr>
        </p:nvSpPr>
        <p:spPr/>
        <p:txBody>
          <a:bodyPr/>
          <a:lstStyle/>
          <a:p>
            <a:r>
              <a:rPr lang="en-US" dirty="0" err="1"/>
              <a:t>Powerpoint</a:t>
            </a:r>
            <a:r>
              <a:rPr lang="en-US" dirty="0"/>
              <a:t> is supercalifragilisticexpialidocious, but it has its limits</a:t>
            </a:r>
          </a:p>
          <a:p>
            <a:r>
              <a:rPr lang="en-US" dirty="0"/>
              <a:t>Sometimes the slide will be a link</a:t>
            </a:r>
          </a:p>
          <a:p>
            <a:pPr lvl="1"/>
            <a:r>
              <a:rPr lang="en-US" dirty="0"/>
              <a:t>To a </a:t>
            </a:r>
            <a:r>
              <a:rPr lang="en-US" dirty="0" err="1"/>
              <a:t>jupyter</a:t>
            </a:r>
            <a:r>
              <a:rPr lang="en-US" dirty="0"/>
              <a:t> notebook with explanations</a:t>
            </a:r>
          </a:p>
          <a:p>
            <a:pPr lvl="1"/>
            <a:r>
              <a:rPr lang="en-US" dirty="0"/>
              <a:t>To a </a:t>
            </a:r>
            <a:r>
              <a:rPr lang="en-US" dirty="0" err="1"/>
              <a:t>jupyter</a:t>
            </a:r>
            <a:r>
              <a:rPr lang="en-US" dirty="0"/>
              <a:t> notebook with an exercise</a:t>
            </a:r>
          </a:p>
          <a:p>
            <a:pPr lvl="1"/>
            <a:r>
              <a:rPr lang="en-US" dirty="0"/>
              <a:t>To a markdown-file with explanations</a:t>
            </a:r>
          </a:p>
          <a:p>
            <a:pPr lvl="1"/>
            <a:r>
              <a:rPr lang="en-US" dirty="0"/>
              <a:t>To the module on AWS</a:t>
            </a:r>
          </a:p>
          <a:p>
            <a:pPr lvl="1"/>
            <a:r>
              <a:rPr lang="en-US" dirty="0"/>
              <a:t>…</a:t>
            </a:r>
          </a:p>
          <a:p>
            <a:r>
              <a:rPr lang="en-US" dirty="0"/>
              <a:t>The slides are the guide between all the other course material,</a:t>
            </a:r>
            <a:br>
              <a:rPr lang="en-US" dirty="0"/>
            </a:br>
            <a:r>
              <a:rPr lang="en-US" dirty="0"/>
              <a:t>but are not the only course material</a:t>
            </a:r>
            <a:endParaRPr lang="en-BE" dirty="0"/>
          </a:p>
        </p:txBody>
      </p:sp>
    </p:spTree>
    <p:extLst>
      <p:ext uri="{BB962C8B-B14F-4D97-AF65-F5344CB8AC3E}">
        <p14:creationId xmlns:p14="http://schemas.microsoft.com/office/powerpoint/2010/main" val="332508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31A52-04C3-3825-3DAF-62B606D2A36D}"/>
              </a:ext>
            </a:extLst>
          </p:cNvPr>
          <p:cNvSpPr>
            <a:spLocks noGrp="1"/>
          </p:cNvSpPr>
          <p:nvPr>
            <p:ph type="title"/>
          </p:nvPr>
        </p:nvSpPr>
        <p:spPr/>
        <p:txBody>
          <a:bodyPr/>
          <a:lstStyle/>
          <a:p>
            <a:r>
              <a:rPr lang="en-US" dirty="0"/>
              <a:t>What we’ll be doing</a:t>
            </a:r>
            <a:endParaRPr lang="en-BE" dirty="0"/>
          </a:p>
        </p:txBody>
      </p:sp>
      <p:sp>
        <p:nvSpPr>
          <p:cNvPr id="3" name="Content Placeholder 2">
            <a:extLst>
              <a:ext uri="{FF2B5EF4-FFF2-40B4-BE49-F238E27FC236}">
                <a16:creationId xmlns:a16="http://schemas.microsoft.com/office/drawing/2014/main" id="{A84A457F-69FF-5C5D-6CCB-8A2245676E80}"/>
              </a:ext>
            </a:extLst>
          </p:cNvPr>
          <p:cNvSpPr>
            <a:spLocks noGrp="1"/>
          </p:cNvSpPr>
          <p:nvPr>
            <p:ph idx="1"/>
          </p:nvPr>
        </p:nvSpPr>
        <p:spPr/>
        <p:txBody>
          <a:bodyPr>
            <a:normAutofit fontScale="92500" lnSpcReduction="10000"/>
          </a:bodyPr>
          <a:lstStyle/>
          <a:p>
            <a:r>
              <a:rPr lang="en-US" dirty="0"/>
              <a:t>Modules on AWS</a:t>
            </a:r>
          </a:p>
          <a:p>
            <a:pPr lvl="1"/>
            <a:r>
              <a:rPr lang="en-US" dirty="0"/>
              <a:t>Contain course material and exercises</a:t>
            </a:r>
          </a:p>
          <a:p>
            <a:pPr lvl="1"/>
            <a:r>
              <a:rPr lang="en-US" dirty="0"/>
              <a:t>But the exercises are easy (just run the code, sometimes type some code)</a:t>
            </a:r>
          </a:p>
          <a:p>
            <a:r>
              <a:rPr lang="en-US" dirty="0"/>
              <a:t>Discussion topics</a:t>
            </a:r>
          </a:p>
          <a:p>
            <a:pPr lvl="1"/>
            <a:r>
              <a:rPr lang="en-US" dirty="0"/>
              <a:t>Basis for oral part of examination</a:t>
            </a:r>
          </a:p>
          <a:p>
            <a:pPr lvl="1"/>
            <a:r>
              <a:rPr lang="en-US" dirty="0"/>
              <a:t>Tries to get you to reflect on the course material (AWS and PPT)</a:t>
            </a:r>
          </a:p>
          <a:p>
            <a:pPr lvl="1"/>
            <a:r>
              <a:rPr lang="en-US" dirty="0"/>
              <a:t>To be discussed in your project-team (Study group!)</a:t>
            </a:r>
          </a:p>
          <a:p>
            <a:r>
              <a:rPr lang="en-US" dirty="0"/>
              <a:t>Exercises</a:t>
            </a:r>
          </a:p>
          <a:p>
            <a:pPr lvl="1"/>
            <a:r>
              <a:rPr lang="en-US" dirty="0"/>
              <a:t>To be done on </a:t>
            </a:r>
            <a:r>
              <a:rPr lang="en-US" dirty="0" err="1"/>
              <a:t>Sagemaker</a:t>
            </a:r>
            <a:r>
              <a:rPr lang="en-US" dirty="0"/>
              <a:t> or locally</a:t>
            </a:r>
          </a:p>
          <a:p>
            <a:pPr lvl="1"/>
            <a:r>
              <a:rPr lang="en-US" dirty="0"/>
              <a:t>Individual, but may be discussed in your project team</a:t>
            </a:r>
          </a:p>
          <a:p>
            <a:pPr lvl="1"/>
            <a:r>
              <a:rPr lang="en-US" dirty="0"/>
              <a:t>Not real “exercises,” more guidelines</a:t>
            </a:r>
          </a:p>
          <a:p>
            <a:pPr lvl="1"/>
            <a:r>
              <a:rPr lang="en-US" dirty="0"/>
              <a:t>Can generally be done in under 10 minutes, but shouldn’t</a:t>
            </a:r>
          </a:p>
        </p:txBody>
      </p:sp>
    </p:spTree>
    <p:extLst>
      <p:ext uri="{BB962C8B-B14F-4D97-AF65-F5344CB8AC3E}">
        <p14:creationId xmlns:p14="http://schemas.microsoft.com/office/powerpoint/2010/main" val="970023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ook cover with a yellow background&#10;&#10;Description automatically generated with low confidence">
            <a:extLst>
              <a:ext uri="{FF2B5EF4-FFF2-40B4-BE49-F238E27FC236}">
                <a16:creationId xmlns:a16="http://schemas.microsoft.com/office/drawing/2014/main" id="{B170B5E1-99DB-5E35-B0F9-3AABE610B9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3780" y="816177"/>
            <a:ext cx="3409816" cy="5225646"/>
          </a:xfrm>
        </p:spPr>
      </p:pic>
      <p:pic>
        <p:nvPicPr>
          <p:cNvPr id="7" name="Picture 6">
            <a:extLst>
              <a:ext uri="{FF2B5EF4-FFF2-40B4-BE49-F238E27FC236}">
                <a16:creationId xmlns:a16="http://schemas.microsoft.com/office/drawing/2014/main" id="{64B8CF50-722C-7EDF-DC19-BE7C8E2FD96D}"/>
              </a:ext>
            </a:extLst>
          </p:cNvPr>
          <p:cNvPicPr>
            <a:picLocks noChangeAspect="1"/>
          </p:cNvPicPr>
          <p:nvPr/>
        </p:nvPicPr>
        <p:blipFill>
          <a:blip r:embed="rId4"/>
          <a:stretch>
            <a:fillRect/>
          </a:stretch>
        </p:blipFill>
        <p:spPr>
          <a:xfrm>
            <a:off x="7399952" y="1355632"/>
            <a:ext cx="4614652" cy="4146733"/>
          </a:xfrm>
          <a:prstGeom prst="rect">
            <a:avLst/>
          </a:prstGeom>
        </p:spPr>
      </p:pic>
      <p:pic>
        <p:nvPicPr>
          <p:cNvPr id="9" name="Picture 8" descr="A picture containing graphics, graphic design, colorfulness, art&#10;&#10;Description automatically generated">
            <a:extLst>
              <a:ext uri="{FF2B5EF4-FFF2-40B4-BE49-F238E27FC236}">
                <a16:creationId xmlns:a16="http://schemas.microsoft.com/office/drawing/2014/main" id="{E07D6487-2D63-470A-2B82-7907A4F91C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9314" y="1347542"/>
            <a:ext cx="1728891" cy="4162915"/>
          </a:xfrm>
          <a:prstGeom prst="rect">
            <a:avLst/>
          </a:prstGeom>
        </p:spPr>
      </p:pic>
    </p:spTree>
    <p:extLst>
      <p:ext uri="{BB962C8B-B14F-4D97-AF65-F5344CB8AC3E}">
        <p14:creationId xmlns:p14="http://schemas.microsoft.com/office/powerpoint/2010/main" val="1544678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7E91-47E6-7080-F3F6-E0811D5D0147}"/>
              </a:ext>
            </a:extLst>
          </p:cNvPr>
          <p:cNvSpPr>
            <a:spLocks noGrp="1"/>
          </p:cNvSpPr>
          <p:nvPr>
            <p:ph type="title"/>
          </p:nvPr>
        </p:nvSpPr>
        <p:spPr/>
        <p:txBody>
          <a:bodyPr/>
          <a:lstStyle/>
          <a:p>
            <a:r>
              <a:rPr lang="en-US" dirty="0"/>
              <a:t>The project</a:t>
            </a:r>
            <a:endParaRPr lang="en-BE" dirty="0"/>
          </a:p>
        </p:txBody>
      </p:sp>
      <p:sp>
        <p:nvSpPr>
          <p:cNvPr id="3" name="Content Placeholder 2">
            <a:extLst>
              <a:ext uri="{FF2B5EF4-FFF2-40B4-BE49-F238E27FC236}">
                <a16:creationId xmlns:a16="http://schemas.microsoft.com/office/drawing/2014/main" id="{22AD664F-1A1C-FD89-2651-531982128548}"/>
              </a:ext>
            </a:extLst>
          </p:cNvPr>
          <p:cNvSpPr>
            <a:spLocks noGrp="1"/>
          </p:cNvSpPr>
          <p:nvPr>
            <p:ph idx="1"/>
          </p:nvPr>
        </p:nvSpPr>
        <p:spPr/>
        <p:txBody>
          <a:bodyPr>
            <a:normAutofit/>
          </a:bodyPr>
          <a:lstStyle/>
          <a:p>
            <a:r>
              <a:rPr lang="en-US" dirty="0"/>
              <a:t>Dataset 1: UK housing</a:t>
            </a:r>
          </a:p>
          <a:p>
            <a:pPr lvl="1"/>
            <a:r>
              <a:rPr lang="en-US" dirty="0"/>
              <a:t>Housing prices in the England/Wales between 1995 and 2017</a:t>
            </a:r>
          </a:p>
          <a:p>
            <a:pPr lvl="1"/>
            <a:r>
              <a:rPr lang="en-US" dirty="0"/>
              <a:t>Download from </a:t>
            </a:r>
            <a:r>
              <a:rPr lang="en-US" dirty="0">
                <a:hlinkClick r:id="rId3"/>
              </a:rPr>
              <a:t>Kaggle</a:t>
            </a:r>
            <a:endParaRPr lang="en-US" dirty="0"/>
          </a:p>
          <a:p>
            <a:r>
              <a:rPr lang="en-US" dirty="0"/>
              <a:t>Dataset 2: UK Historic Electricity Demand Data</a:t>
            </a:r>
          </a:p>
          <a:p>
            <a:pPr lvl="1"/>
            <a:r>
              <a:rPr lang="en-US" dirty="0"/>
              <a:t>Electricity demand in England/Wales between 2001 and 2025</a:t>
            </a:r>
          </a:p>
          <a:p>
            <a:pPr lvl="1"/>
            <a:r>
              <a:rPr lang="en-US" dirty="0"/>
              <a:t>Download from </a:t>
            </a:r>
            <a:r>
              <a:rPr lang="en-US" dirty="0">
                <a:hlinkClick r:id="rId4"/>
              </a:rPr>
              <a:t>Neso</a:t>
            </a:r>
            <a:endParaRPr lang="en-US" dirty="0"/>
          </a:p>
          <a:p>
            <a:r>
              <a:rPr lang="en-US" dirty="0"/>
              <a:t>Todo:</a:t>
            </a:r>
          </a:p>
          <a:p>
            <a:pPr lvl="1"/>
            <a:r>
              <a:rPr lang="en-US" dirty="0"/>
              <a:t>Data science: Clean and explore</a:t>
            </a:r>
          </a:p>
          <a:p>
            <a:pPr lvl="1"/>
            <a:r>
              <a:rPr lang="en-US" dirty="0"/>
              <a:t>Machine learning: Build models, compare them, build better models</a:t>
            </a:r>
          </a:p>
          <a:p>
            <a:pPr lvl="1"/>
            <a:r>
              <a:rPr lang="en-US" dirty="0"/>
              <a:t>Deploy: Create an interface to use your model</a:t>
            </a:r>
          </a:p>
          <a:p>
            <a:endParaRPr lang="en-BE" dirty="0"/>
          </a:p>
        </p:txBody>
      </p:sp>
    </p:spTree>
    <p:extLst>
      <p:ext uri="{BB962C8B-B14F-4D97-AF65-F5344CB8AC3E}">
        <p14:creationId xmlns:p14="http://schemas.microsoft.com/office/powerpoint/2010/main" val="3297795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B680-3418-214D-24F6-4D77B2E55894}"/>
              </a:ext>
            </a:extLst>
          </p:cNvPr>
          <p:cNvSpPr>
            <a:spLocks noGrp="1"/>
          </p:cNvSpPr>
          <p:nvPr>
            <p:ph type="title"/>
          </p:nvPr>
        </p:nvSpPr>
        <p:spPr/>
        <p:txBody>
          <a:bodyPr/>
          <a:lstStyle/>
          <a:p>
            <a:r>
              <a:rPr lang="en-US" dirty="0"/>
              <a:t>Next up</a:t>
            </a:r>
            <a:endParaRPr lang="en-BE" dirty="0"/>
          </a:p>
        </p:txBody>
      </p:sp>
      <p:sp>
        <p:nvSpPr>
          <p:cNvPr id="3" name="Content Placeholder 2">
            <a:extLst>
              <a:ext uri="{FF2B5EF4-FFF2-40B4-BE49-F238E27FC236}">
                <a16:creationId xmlns:a16="http://schemas.microsoft.com/office/drawing/2014/main" id="{6909C057-F045-A29A-8458-21431D529E00}"/>
              </a:ext>
            </a:extLst>
          </p:cNvPr>
          <p:cNvSpPr>
            <a:spLocks noGrp="1"/>
          </p:cNvSpPr>
          <p:nvPr>
            <p:ph idx="1"/>
          </p:nvPr>
        </p:nvSpPr>
        <p:spPr/>
        <p:txBody>
          <a:bodyPr>
            <a:normAutofit/>
          </a:bodyPr>
          <a:lstStyle/>
          <a:p>
            <a:r>
              <a:rPr lang="en-US" dirty="0"/>
              <a:t>Weapons of Math Destruction</a:t>
            </a:r>
          </a:p>
          <a:p>
            <a:r>
              <a:rPr lang="en-US" dirty="0"/>
              <a:t>AWS</a:t>
            </a:r>
          </a:p>
          <a:p>
            <a:pPr lvl="1"/>
            <a:r>
              <a:rPr lang="en-US" dirty="0"/>
              <a:t>Login</a:t>
            </a:r>
          </a:p>
          <a:p>
            <a:pPr lvl="1"/>
            <a:r>
              <a:rPr lang="en-US" dirty="0"/>
              <a:t>Find the correct course (Machine Learning Foundations, 3790)</a:t>
            </a:r>
          </a:p>
          <a:p>
            <a:pPr lvl="1"/>
            <a:r>
              <a:rPr lang="en-US" dirty="0"/>
              <a:t>Finish module one (hello world of modules)</a:t>
            </a:r>
          </a:p>
          <a:p>
            <a:r>
              <a:rPr lang="en-US" dirty="0"/>
              <a:t>Group</a:t>
            </a:r>
          </a:p>
          <a:p>
            <a:pPr lvl="1"/>
            <a:r>
              <a:rPr lang="en-US" dirty="0"/>
              <a:t>Make a group (in canvas)</a:t>
            </a:r>
          </a:p>
          <a:p>
            <a:pPr lvl="1"/>
            <a:r>
              <a:rPr lang="en-US" dirty="0"/>
              <a:t>Create a </a:t>
            </a:r>
            <a:r>
              <a:rPr lang="en-US" dirty="0" err="1"/>
              <a:t>github</a:t>
            </a:r>
            <a:r>
              <a:rPr lang="en-US" dirty="0"/>
              <a:t> repo, invite me</a:t>
            </a:r>
          </a:p>
          <a:p>
            <a:pPr lvl="1"/>
            <a:r>
              <a:rPr lang="en-US" dirty="0"/>
              <a:t>Do the first discussion topics</a:t>
            </a:r>
            <a:endParaRPr lang="en-BE" dirty="0"/>
          </a:p>
        </p:txBody>
      </p:sp>
      <p:sp>
        <p:nvSpPr>
          <p:cNvPr id="5" name="TextBox 4">
            <a:extLst>
              <a:ext uri="{FF2B5EF4-FFF2-40B4-BE49-F238E27FC236}">
                <a16:creationId xmlns:a16="http://schemas.microsoft.com/office/drawing/2014/main" id="{74000ED7-7B6A-2491-5CAE-4D51CDDFC821}"/>
              </a:ext>
            </a:extLst>
          </p:cNvPr>
          <p:cNvSpPr txBox="1"/>
          <p:nvPr/>
        </p:nvSpPr>
        <p:spPr>
          <a:xfrm>
            <a:off x="5994400" y="4557574"/>
            <a:ext cx="6096000" cy="1754326"/>
          </a:xfrm>
          <a:prstGeom prst="rect">
            <a:avLst/>
          </a:prstGeom>
          <a:noFill/>
        </p:spPr>
        <p:txBody>
          <a:bodyPr wrap="square">
            <a:spAutoFit/>
          </a:bodyPr>
          <a:lstStyle/>
          <a:p>
            <a:r>
              <a:rPr lang="en-US" dirty="0">
                <a:latin typeface="Aharoni" panose="02010803020104030203" pitchFamily="2" charset="-79"/>
                <a:cs typeface="Aharoni" panose="02010803020104030203" pitchFamily="2" charset="-79"/>
              </a:rPr>
              <a:t>And the Lord spoke, saying, "First shalt thou take out the Holy Pin. Then shalt thou count to </a:t>
            </a:r>
            <a:r>
              <a:rPr lang="en-US" dirty="0">
                <a:solidFill>
                  <a:srgbClr val="FF0000"/>
                </a:solidFill>
                <a:latin typeface="Aharoni" panose="02010803020104030203" pitchFamily="2" charset="-79"/>
                <a:cs typeface="Aharoni" panose="02010803020104030203" pitchFamily="2" charset="-79"/>
              </a:rPr>
              <a:t>three</a:t>
            </a:r>
            <a:r>
              <a:rPr lang="en-US" dirty="0">
                <a:latin typeface="Aharoni" panose="02010803020104030203" pitchFamily="2" charset="-79"/>
                <a:cs typeface="Aharoni" panose="02010803020104030203" pitchFamily="2" charset="-79"/>
              </a:rPr>
              <a:t>, no more, no less. </a:t>
            </a:r>
            <a:r>
              <a:rPr lang="en-US" dirty="0">
                <a:solidFill>
                  <a:srgbClr val="FF0000"/>
                </a:solidFill>
                <a:latin typeface="Aharoni" panose="02010803020104030203" pitchFamily="2" charset="-79"/>
                <a:cs typeface="Aharoni" panose="02010803020104030203" pitchFamily="2" charset="-79"/>
              </a:rPr>
              <a:t>Three</a:t>
            </a:r>
            <a:r>
              <a:rPr lang="en-US" dirty="0">
                <a:latin typeface="Aharoni" panose="02010803020104030203" pitchFamily="2" charset="-79"/>
                <a:cs typeface="Aharoni" panose="02010803020104030203" pitchFamily="2" charset="-79"/>
              </a:rPr>
              <a:t> shall be the number thou shalt count, and the number of the counting shall be </a:t>
            </a:r>
            <a:r>
              <a:rPr lang="en-US" dirty="0">
                <a:solidFill>
                  <a:srgbClr val="FF0000"/>
                </a:solidFill>
                <a:latin typeface="Aharoni" panose="02010803020104030203" pitchFamily="2" charset="-79"/>
                <a:cs typeface="Aharoni" panose="02010803020104030203" pitchFamily="2" charset="-79"/>
              </a:rPr>
              <a:t>three</a:t>
            </a:r>
            <a:r>
              <a:rPr lang="en-US" dirty="0">
                <a:latin typeface="Aharoni" panose="02010803020104030203" pitchFamily="2" charset="-79"/>
                <a:cs typeface="Aharoni" panose="02010803020104030203" pitchFamily="2" charset="-79"/>
              </a:rPr>
              <a:t>. Four shalt thou not count, neither count thou two, excepting that thou then proceed to </a:t>
            </a:r>
            <a:r>
              <a:rPr lang="en-US" dirty="0">
                <a:solidFill>
                  <a:srgbClr val="FF0000"/>
                </a:solidFill>
                <a:latin typeface="Aharoni" panose="02010803020104030203" pitchFamily="2" charset="-79"/>
                <a:cs typeface="Aharoni" panose="02010803020104030203" pitchFamily="2" charset="-79"/>
              </a:rPr>
              <a:t>three</a:t>
            </a:r>
            <a:r>
              <a:rPr lang="en-US" dirty="0">
                <a:latin typeface="Aharoni" panose="02010803020104030203" pitchFamily="2" charset="-79"/>
                <a:cs typeface="Aharoni" panose="02010803020104030203" pitchFamily="2" charset="-79"/>
              </a:rPr>
              <a:t>. Five is right out.”</a:t>
            </a:r>
            <a:endParaRPr lang="en-BE" dirty="0">
              <a:latin typeface="Aharoni" panose="02010803020104030203" pitchFamily="2" charset="-79"/>
              <a:cs typeface="Aharoni" panose="02010803020104030203" pitchFamily="2" charset="-79"/>
            </a:endParaRPr>
          </a:p>
        </p:txBody>
      </p:sp>
      <p:pic>
        <p:nvPicPr>
          <p:cNvPr id="6" name="Picture 5">
            <a:extLst>
              <a:ext uri="{FF2B5EF4-FFF2-40B4-BE49-F238E27FC236}">
                <a16:creationId xmlns:a16="http://schemas.microsoft.com/office/drawing/2014/main" id="{FF11B150-84C1-8EF0-C0E5-066FD9A684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32608" y="5887092"/>
            <a:ext cx="829839" cy="970908"/>
          </a:xfrm>
          <a:prstGeom prst="rect">
            <a:avLst/>
          </a:prstGeom>
        </p:spPr>
      </p:pic>
    </p:spTree>
    <p:extLst>
      <p:ext uri="{BB962C8B-B14F-4D97-AF65-F5344CB8AC3E}">
        <p14:creationId xmlns:p14="http://schemas.microsoft.com/office/powerpoint/2010/main" val="3237752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994</Words>
  <Application>Microsoft Office PowerPoint</Application>
  <PresentationFormat>Widescreen</PresentationFormat>
  <Paragraphs>119</Paragraphs>
  <Slides>13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Aharoni</vt:lpstr>
      <vt:lpstr>Arial</vt:lpstr>
      <vt:lpstr>Calibri</vt:lpstr>
      <vt:lpstr>Calibri Light</vt:lpstr>
      <vt:lpstr>Office Theme</vt:lpstr>
      <vt:lpstr>Machine learning - AWS</vt:lpstr>
      <vt:lpstr>Course goals</vt:lpstr>
      <vt:lpstr>Cloud</vt:lpstr>
      <vt:lpstr>Cloud</vt:lpstr>
      <vt:lpstr>Course layout</vt:lpstr>
      <vt:lpstr>The exam</vt:lpstr>
      <vt:lpstr>AI Assessment Scale – PE 60%</vt:lpstr>
      <vt:lpstr>About the slides</vt:lpstr>
      <vt:lpstr>About the slides</vt:lpstr>
      <vt:lpstr>What we’ll be doing</vt:lpstr>
      <vt:lpstr>PowerPoint Presentation</vt:lpstr>
      <vt:lpstr>The project</vt:lpstr>
      <vt:lpstr>Next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CloudAI</dc:title>
  <dc:creator>Jochen Mariën</dc:creator>
  <cp:lastModifiedBy>Jochen Mariën</cp:lastModifiedBy>
  <cp:revision>1</cp:revision>
  <dcterms:created xsi:type="dcterms:W3CDTF">2023-03-16T12:26:54Z</dcterms:created>
  <dcterms:modified xsi:type="dcterms:W3CDTF">2025-10-02T14:16:49Z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2023-03-16T12:47:27Z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c9d789b2-d8cc-40a8-96ab-ede38c704c0c</vt:lpwstr>
  </property>
  <property fmtid="{D5CDD505-2E9C-101B-9397-08002B2CF9AE}" pid="8" name="MSIP_Label_c337be75-dfbb-4261-9834-ac247c7dde13_ContentBits">
    <vt:lpwstr>0</vt:lpwstr>
  </property>
</Properties>
</file>